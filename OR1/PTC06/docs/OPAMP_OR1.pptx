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7"/>
  </p:notesMasterIdLst>
  <p:sldIdLst>
    <p:sldId id="256" r:id="rId2"/>
    <p:sldId id="4597" r:id="rId3"/>
    <p:sldId id="4640" r:id="rId4"/>
    <p:sldId id="4639" r:id="rId5"/>
    <p:sldId id="4696" r:id="rId6"/>
    <p:sldId id="4641" r:id="rId7"/>
    <p:sldId id="4575" r:id="rId8"/>
    <p:sldId id="4579" r:id="rId9"/>
    <p:sldId id="4585" r:id="rId10"/>
    <p:sldId id="4581" r:id="rId11"/>
    <p:sldId id="4595" r:id="rId12"/>
    <p:sldId id="4614" r:id="rId13"/>
    <p:sldId id="4645" r:id="rId14"/>
    <p:sldId id="4656" r:id="rId15"/>
    <p:sldId id="4649" r:id="rId16"/>
    <p:sldId id="4651" r:id="rId17"/>
    <p:sldId id="4652" r:id="rId18"/>
    <p:sldId id="4646" r:id="rId19"/>
    <p:sldId id="4596" r:id="rId20"/>
    <p:sldId id="4594" r:id="rId21"/>
    <p:sldId id="4637" r:id="rId22"/>
    <p:sldId id="4638" r:id="rId23"/>
    <p:sldId id="4635" r:id="rId24"/>
    <p:sldId id="4653" r:id="rId25"/>
    <p:sldId id="4615" r:id="rId26"/>
    <p:sldId id="4598" r:id="rId27"/>
    <p:sldId id="4599" r:id="rId28"/>
    <p:sldId id="4600" r:id="rId29"/>
    <p:sldId id="4601" r:id="rId30"/>
    <p:sldId id="4616" r:id="rId31"/>
    <p:sldId id="4602" r:id="rId32"/>
    <p:sldId id="4589" r:id="rId33"/>
    <p:sldId id="4583" r:id="rId34"/>
    <p:sldId id="4617" r:id="rId35"/>
    <p:sldId id="4586" r:id="rId36"/>
    <p:sldId id="4619" r:id="rId37"/>
    <p:sldId id="4621" r:id="rId38"/>
    <p:sldId id="4623" r:id="rId39"/>
    <p:sldId id="4624" r:id="rId40"/>
    <p:sldId id="4622" r:id="rId41"/>
    <p:sldId id="4587" r:id="rId42"/>
    <p:sldId id="4625" r:id="rId43"/>
    <p:sldId id="4628" r:id="rId44"/>
    <p:sldId id="4618" r:id="rId45"/>
    <p:sldId id="4607" r:id="rId46"/>
    <p:sldId id="4608" r:id="rId47"/>
    <p:sldId id="4626" r:id="rId48"/>
    <p:sldId id="4630" r:id="rId49"/>
    <p:sldId id="4632" r:id="rId50"/>
    <p:sldId id="4609" r:id="rId51"/>
    <p:sldId id="4657" r:id="rId52"/>
    <p:sldId id="4720" r:id="rId53"/>
    <p:sldId id="4704" r:id="rId54"/>
    <p:sldId id="4705" r:id="rId55"/>
    <p:sldId id="4642" r:id="rId56"/>
    <p:sldId id="4721" r:id="rId57"/>
    <p:sldId id="4610" r:id="rId58"/>
    <p:sldId id="4658" r:id="rId59"/>
    <p:sldId id="4757" r:id="rId60"/>
    <p:sldId id="4758" r:id="rId61"/>
    <p:sldId id="4754" r:id="rId62"/>
    <p:sldId id="4592" r:id="rId63"/>
    <p:sldId id="4743" r:id="rId64"/>
    <p:sldId id="4750" r:id="rId65"/>
    <p:sldId id="4747" r:id="rId66"/>
    <p:sldId id="4722" r:id="rId67"/>
    <p:sldId id="4748" r:id="rId68"/>
    <p:sldId id="4731" r:id="rId69"/>
    <p:sldId id="4723" r:id="rId70"/>
    <p:sldId id="4681" r:id="rId71"/>
    <p:sldId id="4730" r:id="rId72"/>
    <p:sldId id="4680" r:id="rId73"/>
    <p:sldId id="4683" r:id="rId74"/>
    <p:sldId id="4659" r:id="rId75"/>
    <p:sldId id="4593" r:id="rId76"/>
    <p:sldId id="4588" r:id="rId77"/>
    <p:sldId id="4665" r:id="rId78"/>
    <p:sldId id="4724" r:id="rId79"/>
    <p:sldId id="4662" r:id="rId80"/>
    <p:sldId id="4729" r:id="rId81"/>
    <p:sldId id="4728" r:id="rId82"/>
    <p:sldId id="4664" r:id="rId83"/>
    <p:sldId id="4746" r:id="rId84"/>
    <p:sldId id="4663" r:id="rId85"/>
    <p:sldId id="4751" r:id="rId86"/>
    <p:sldId id="4727" r:id="rId87"/>
    <p:sldId id="4603" r:id="rId88"/>
    <p:sldId id="4604" r:id="rId89"/>
    <p:sldId id="4667" r:id="rId90"/>
    <p:sldId id="4668" r:id="rId91"/>
    <p:sldId id="4669" r:id="rId92"/>
    <p:sldId id="4670" r:id="rId93"/>
    <p:sldId id="4671" r:id="rId94"/>
    <p:sldId id="4674" r:id="rId95"/>
    <p:sldId id="4672" r:id="rId96"/>
    <p:sldId id="4742" r:id="rId97"/>
    <p:sldId id="4605" r:id="rId98"/>
    <p:sldId id="4675" r:id="rId99"/>
    <p:sldId id="4676" r:id="rId100"/>
    <p:sldId id="4684" r:id="rId101"/>
    <p:sldId id="4685" r:id="rId102"/>
    <p:sldId id="4735" r:id="rId103"/>
    <p:sldId id="4686" r:id="rId104"/>
    <p:sldId id="4643" r:id="rId105"/>
    <p:sldId id="4687" r:id="rId106"/>
    <p:sldId id="4734" r:id="rId107"/>
    <p:sldId id="4733" r:id="rId108"/>
    <p:sldId id="4691" r:id="rId109"/>
    <p:sldId id="4690" r:id="rId110"/>
    <p:sldId id="4679" r:id="rId111"/>
    <p:sldId id="4693" r:id="rId112"/>
    <p:sldId id="4689" r:id="rId113"/>
    <p:sldId id="4695" r:id="rId114"/>
    <p:sldId id="4694" r:id="rId115"/>
    <p:sldId id="4703" r:id="rId116"/>
    <p:sldId id="4660" r:id="rId117"/>
    <p:sldId id="4736" r:id="rId118"/>
    <p:sldId id="4737" r:id="rId119"/>
    <p:sldId id="4697" r:id="rId120"/>
    <p:sldId id="4701" r:id="rId121"/>
    <p:sldId id="4699" r:id="rId122"/>
    <p:sldId id="4702" r:id="rId123"/>
    <p:sldId id="4707" r:id="rId124"/>
    <p:sldId id="4706" r:id="rId125"/>
    <p:sldId id="4700" r:id="rId126"/>
    <p:sldId id="4698" r:id="rId127"/>
    <p:sldId id="4711" r:id="rId128"/>
    <p:sldId id="4708" r:id="rId129"/>
    <p:sldId id="4712" r:id="rId130"/>
    <p:sldId id="4713" r:id="rId131"/>
    <p:sldId id="4709" r:id="rId132"/>
    <p:sldId id="4714" r:id="rId133"/>
    <p:sldId id="4752" r:id="rId134"/>
    <p:sldId id="4710" r:id="rId135"/>
    <p:sldId id="4717" r:id="rId136"/>
    <p:sldId id="4738" r:id="rId137"/>
    <p:sldId id="4745" r:id="rId138"/>
    <p:sldId id="4715" r:id="rId139"/>
    <p:sldId id="4718" r:id="rId140"/>
    <p:sldId id="4716" r:id="rId141"/>
    <p:sldId id="4719" r:id="rId142"/>
    <p:sldId id="4744" r:id="rId143"/>
    <p:sldId id="4739" r:id="rId144"/>
    <p:sldId id="4740" r:id="rId145"/>
    <p:sldId id="4741" r:id="rId14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082228-C27F-4E20-9B05-69EFA333094A}" v="2334" dt="2025-06-22T23:49:40.5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718"/>
  </p:normalViewPr>
  <p:slideViewPr>
    <p:cSldViewPr snapToGrid="0">
      <p:cViewPr varScale="1">
        <p:scale>
          <a:sx n="83" d="100"/>
          <a:sy n="83" d="100"/>
        </p:scale>
        <p:origin x="891" y="2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viewProps" Target="view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microsoft.com/office/2015/10/relationships/revisionInfo" Target="revisionInfo.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pChg chg="mod">
          <ac:chgData name="Noritsuna Imamura" userId="5b2da16fa1785921" providerId="LiveId" clId="{96044225-3BD9-4493-BE56-8051DB9C137A}" dt="2025-05-16T06:04:34.528" v="8" actId="20577"/>
          <ac:spMkLst>
            <pc:docMk/>
            <pc:sldMk cId="457667663" sldId="256"/>
            <ac:spMk id="2" creationId="{F985B9EF-5891-44BD-296C-D3F4FB4314FA}"/>
          </ac:spMkLst>
        </pc:spChg>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6-22T23:49:46.172" v="16442" actId="14100"/>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pChg chg="add mod">
          <ac:chgData name="Noritsuna Imamura" userId="5b2da16fa1785921" providerId="LiveId" clId="{48082228-C27F-4E20-9B05-69EFA333094A}" dt="2025-06-07T08:29:00.616" v="1887" actId="1076"/>
          <ac:spMkLst>
            <pc:docMk/>
            <pc:sldMk cId="703410751" sldId="4575"/>
            <ac:spMk id="4" creationId="{528273AB-0496-F73C-8C6B-1E2394B0992C}"/>
          </ac:spMkLst>
        </pc:spChg>
      </pc:sldChg>
      <pc:sldChg chg="modSp mod">
        <pc:chgData name="Noritsuna Imamura" userId="5b2da16fa1785921" providerId="LiveId" clId="{48082228-C27F-4E20-9B05-69EFA333094A}" dt="2025-06-07T10:55:50.375" v="3196" actId="20577"/>
        <pc:sldMkLst>
          <pc:docMk/>
          <pc:sldMk cId="2561869538" sldId="4581"/>
        </pc:sldMkLst>
        <pc:spChg chg="mod">
          <ac:chgData name="Noritsuna Imamura" userId="5b2da16fa1785921" providerId="LiveId" clId="{48082228-C27F-4E20-9B05-69EFA333094A}" dt="2025-06-07T10:55:50.375" v="3196" actId="20577"/>
          <ac:spMkLst>
            <pc:docMk/>
            <pc:sldMk cId="2561869538" sldId="4581"/>
            <ac:spMk id="3" creationId="{84C314F9-B054-FCCB-6970-947BB060E5BE}"/>
          </ac:spMkLst>
        </pc:spChg>
      </pc:sldChg>
      <pc:sldChg chg="modSp mod">
        <pc:chgData name="Noritsuna Imamura" userId="5b2da16fa1785921" providerId="LiveId" clId="{48082228-C27F-4E20-9B05-69EFA333094A}" dt="2025-06-05T11:54:24.622" v="16" actId="20577"/>
        <pc:sldMkLst>
          <pc:docMk/>
          <pc:sldMk cId="1482986764" sldId="4583"/>
        </pc:sldMkLst>
        <pc:spChg chg="mod">
          <ac:chgData name="Noritsuna Imamura" userId="5b2da16fa1785921" providerId="LiveId" clId="{48082228-C27F-4E20-9B05-69EFA333094A}" dt="2025-06-05T11:54:24.622" v="16" actId="20577"/>
          <ac:spMkLst>
            <pc:docMk/>
            <pc:sldMk cId="1482986764" sldId="4583"/>
            <ac:spMk id="3" creationId="{6638A375-9A48-5DDC-DF58-4DACE3521B0F}"/>
          </ac:spMkLst>
        </pc:spChg>
      </pc:sldChg>
      <pc:sldChg chg="addSp delSp modSp mod setBg">
        <pc:chgData name="Noritsuna Imamura" userId="5b2da16fa1785921" providerId="LiveId" clId="{48082228-C27F-4E20-9B05-69EFA333094A}" dt="2025-06-05T12:10:28.103" v="120" actId="15"/>
        <pc:sldMkLst>
          <pc:docMk/>
          <pc:sldMk cId="1823831979" sldId="4587"/>
        </pc:sldMkLst>
        <pc:spChg chg="mod">
          <ac:chgData name="Noritsuna Imamura" userId="5b2da16fa1785921" providerId="LiveId" clId="{48082228-C27F-4E20-9B05-69EFA333094A}" dt="2025-06-05T12:08:29.349" v="31" actId="26606"/>
          <ac:spMkLst>
            <pc:docMk/>
            <pc:sldMk cId="1823831979" sldId="4587"/>
            <ac:spMk id="2" creationId="{40D8ED42-550D-B09D-9AC6-887418A0DE81}"/>
          </ac:spMkLst>
        </pc:spChg>
        <pc:spChg chg="mod">
          <ac:chgData name="Noritsuna Imamura" userId="5b2da16fa1785921" providerId="LiveId" clId="{48082228-C27F-4E20-9B05-69EFA333094A}" dt="2025-06-05T12:10:28.103" v="120" actId="15"/>
          <ac:spMkLst>
            <pc:docMk/>
            <pc:sldMk cId="1823831979" sldId="4587"/>
            <ac:spMk id="3" creationId="{CB2FC171-C168-3D91-0CD9-E58EFC74F218}"/>
          </ac:spMkLst>
        </pc:spChg>
        <pc:spChg chg="add">
          <ac:chgData name="Noritsuna Imamura" userId="5b2da16fa1785921" providerId="LiveId" clId="{48082228-C27F-4E20-9B05-69EFA333094A}" dt="2025-06-05T12:08:29.349" v="31" actId="26606"/>
          <ac:spMkLst>
            <pc:docMk/>
            <pc:sldMk cId="1823831979" sldId="4587"/>
            <ac:spMk id="12" creationId="{201CC55D-ED54-4C5C-95E6-10947BD1103B}"/>
          </ac:spMkLst>
        </pc:spChg>
        <pc:spChg chg="add">
          <ac:chgData name="Noritsuna Imamura" userId="5b2da16fa1785921" providerId="LiveId" clId="{48082228-C27F-4E20-9B05-69EFA333094A}" dt="2025-06-05T12:08:29.349" v="31" actId="26606"/>
          <ac:spMkLst>
            <pc:docMk/>
            <pc:sldMk cId="1823831979" sldId="4587"/>
            <ac:spMk id="18" creationId="{3873B707-463F-40B0-8227-E8CC6C67EB25}"/>
          </ac:spMkLst>
        </pc:spChg>
        <pc:spChg chg="add">
          <ac:chgData name="Noritsuna Imamura" userId="5b2da16fa1785921" providerId="LiveId" clId="{48082228-C27F-4E20-9B05-69EFA333094A}" dt="2025-06-05T12:08:29.349" v="31" actId="26606"/>
          <ac:spMkLst>
            <pc:docMk/>
            <pc:sldMk cId="1823831979" sldId="4587"/>
            <ac:spMk id="20" creationId="{C13237C8-E62C-4F0D-A318-BD6FB6C2D138}"/>
          </ac:spMkLst>
        </pc:spChg>
        <pc:spChg chg="add">
          <ac:chgData name="Noritsuna Imamura" userId="5b2da16fa1785921" providerId="LiveId" clId="{48082228-C27F-4E20-9B05-69EFA333094A}" dt="2025-06-05T12:08:29.349" v="31" actId="26606"/>
          <ac:spMkLst>
            <pc:docMk/>
            <pc:sldMk cId="1823831979" sldId="4587"/>
            <ac:spMk id="22" creationId="{19C9EAEA-39D0-4B0E-A0EB-51E7B26740B1}"/>
          </ac:spMkLst>
        </pc:spChg>
        <pc:grpChg chg="add">
          <ac:chgData name="Noritsuna Imamura" userId="5b2da16fa1785921" providerId="LiveId" clId="{48082228-C27F-4E20-9B05-69EFA333094A}" dt="2025-06-05T12:08:29.349" v="31" actId="26606"/>
          <ac:grpSpMkLst>
            <pc:docMk/>
            <pc:sldMk cId="1823831979" sldId="4587"/>
            <ac:grpSpMk id="14" creationId="{1DE889C7-FAD6-4397-98E2-05D503484459}"/>
          </ac:grpSpMkLst>
        </pc:grpChg>
        <pc:picChg chg="add mod">
          <ac:chgData name="Noritsuna Imamura" userId="5b2da16fa1785921" providerId="LiveId" clId="{48082228-C27F-4E20-9B05-69EFA333094A}" dt="2025-06-05T12:08:29.349" v="31" actId="26606"/>
          <ac:picMkLst>
            <pc:docMk/>
            <pc:sldMk cId="1823831979" sldId="4587"/>
            <ac:picMk id="7" creationId="{9ED7508E-A6C5-1C74-657E-25979F7EFAEB}"/>
          </ac:picMkLst>
        </pc:picChg>
      </pc:sldChg>
      <pc:sldChg chg="addSp delSp modSp mod setBg">
        <pc:chgData name="Noritsuna Imamura" userId="5b2da16fa1785921" providerId="LiveId" clId="{48082228-C27F-4E20-9B05-69EFA333094A}" dt="2025-06-10T18:17:51.126" v="13317" actId="26606"/>
        <pc:sldMkLst>
          <pc:docMk/>
          <pc:sldMk cId="2481086436" sldId="4588"/>
        </pc:sldMkLst>
        <pc:spChg chg="mod">
          <ac:chgData name="Noritsuna Imamura" userId="5b2da16fa1785921" providerId="LiveId" clId="{48082228-C27F-4E20-9B05-69EFA333094A}" dt="2025-06-10T18:17:51.126" v="13317" actId="26606"/>
          <ac:spMkLst>
            <pc:docMk/>
            <pc:sldMk cId="2481086436" sldId="4588"/>
            <ac:spMk id="2" creationId="{62FD0CA3-987D-3BF3-1F5F-3702D4681AA6}"/>
          </ac:spMkLst>
        </pc:spChg>
        <pc:spChg chg="mod">
          <ac:chgData name="Noritsuna Imamura" userId="5b2da16fa1785921" providerId="LiveId" clId="{48082228-C27F-4E20-9B05-69EFA333094A}" dt="2025-06-10T18:17:51.126" v="13317" actId="26606"/>
          <ac:spMkLst>
            <pc:docMk/>
            <pc:sldMk cId="2481086436" sldId="4588"/>
            <ac:spMk id="3" creationId="{24EB2157-84AF-51DC-B9F8-9C96EEEB08D4}"/>
          </ac:spMkLst>
        </pc:spChg>
        <pc:spChg chg="add">
          <ac:chgData name="Noritsuna Imamura" userId="5b2da16fa1785921" providerId="LiveId" clId="{48082228-C27F-4E20-9B05-69EFA333094A}" dt="2025-06-10T18:17:51.126" v="13317" actId="26606"/>
          <ac:spMkLst>
            <pc:docMk/>
            <pc:sldMk cId="2481086436" sldId="4588"/>
            <ac:spMk id="3079" creationId="{28D31E1B-0407-4223-9642-0B642CBF57D9}"/>
          </ac:spMkLst>
        </pc:spChg>
        <pc:spChg chg="add">
          <ac:chgData name="Noritsuna Imamura" userId="5b2da16fa1785921" providerId="LiveId" clId="{48082228-C27F-4E20-9B05-69EFA333094A}" dt="2025-06-10T18:17:51.126" v="13317" actId="26606"/>
          <ac:spMkLst>
            <pc:docMk/>
            <pc:sldMk cId="2481086436" sldId="4588"/>
            <ac:spMk id="3086" creationId="{D5B0017B-2ECA-49AF-B397-DC140825DF8D}"/>
          </ac:spMkLst>
        </pc:spChg>
        <pc:spChg chg="add">
          <ac:chgData name="Noritsuna Imamura" userId="5b2da16fa1785921" providerId="LiveId" clId="{48082228-C27F-4E20-9B05-69EFA333094A}" dt="2025-06-10T18:17:51.126" v="13317" actId="26606"/>
          <ac:spMkLst>
            <pc:docMk/>
            <pc:sldMk cId="2481086436" sldId="4588"/>
            <ac:spMk id="3088" creationId="{70E96339-907C-46C3-99AC-31179B6F0EBD}"/>
          </ac:spMkLst>
        </pc:spChg>
        <pc:grpChg chg="add">
          <ac:chgData name="Noritsuna Imamura" userId="5b2da16fa1785921" providerId="LiveId" clId="{48082228-C27F-4E20-9B05-69EFA333094A}" dt="2025-06-10T18:17:51.126" v="13317" actId="26606"/>
          <ac:grpSpMkLst>
            <pc:docMk/>
            <pc:sldMk cId="2481086436" sldId="4588"/>
            <ac:grpSpMk id="3081" creationId="{AE1C45F0-260A-458C-96ED-C1F6D2151219}"/>
          </ac:grpSpMkLst>
        </pc:grpChg>
        <pc:picChg chg="mod">
          <ac:chgData name="Noritsuna Imamura" userId="5b2da16fa1785921" providerId="LiveId" clId="{48082228-C27F-4E20-9B05-69EFA333094A}" dt="2025-06-10T18:17:51.126" v="13317" actId="26606"/>
          <ac:picMkLst>
            <pc:docMk/>
            <pc:sldMk cId="2481086436" sldId="4588"/>
            <ac:picMk id="3074" creationId="{ED666F27-BF46-0E52-DC04-E90980EFA56A}"/>
          </ac:picMkLst>
        </pc:picChg>
        <pc:cxnChg chg="add">
          <ac:chgData name="Noritsuna Imamura" userId="5b2da16fa1785921" providerId="LiveId" clId="{48082228-C27F-4E20-9B05-69EFA333094A}" dt="2025-06-10T18:17:51.126" v="13317" actId="26606"/>
          <ac:cxnSpMkLst>
            <pc:docMk/>
            <pc:sldMk cId="2481086436" sldId="4588"/>
            <ac:cxnSpMk id="3090" creationId="{6CF1BAF6-AD41-4082-B212-8A1F9A2E8779}"/>
          </ac:cxnSpMkLst>
        </pc:cxnChg>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pChg chg="mod">
          <ac:chgData name="Noritsuna Imamura" userId="5b2da16fa1785921" providerId="LiveId" clId="{48082228-C27F-4E20-9B05-69EFA333094A}" dt="2025-06-10T17:57:22.566" v="12847" actId="113"/>
          <ac:spMkLst>
            <pc:docMk/>
            <pc:sldMk cId="2481600118" sldId="4592"/>
            <ac:spMk id="3" creationId="{D99EA431-585F-1D60-46F0-53A61923A47B}"/>
          </ac:spMkLst>
        </pc:spChg>
        <pc:spChg chg="add mod">
          <ac:chgData name="Noritsuna Imamura" userId="5b2da16fa1785921" providerId="LiveId" clId="{48082228-C27F-4E20-9B05-69EFA333094A}" dt="2025-06-10T18:23:10.227" v="13318" actId="164"/>
          <ac:spMkLst>
            <pc:docMk/>
            <pc:sldMk cId="2481600118" sldId="4592"/>
            <ac:spMk id="4" creationId="{C5BB2D53-8C4E-412E-6B8A-E96AA31A9B37}"/>
          </ac:spMkLst>
        </pc:spChg>
        <pc:spChg chg="add mod">
          <ac:chgData name="Noritsuna Imamura" userId="5b2da16fa1785921" providerId="LiveId" clId="{48082228-C27F-4E20-9B05-69EFA333094A}" dt="2025-06-10T18:23:10.227" v="13318" actId="164"/>
          <ac:spMkLst>
            <pc:docMk/>
            <pc:sldMk cId="2481600118" sldId="4592"/>
            <ac:spMk id="5" creationId="{B383B9C4-7558-22F6-B9AF-E7B35CB16825}"/>
          </ac:spMkLst>
        </pc:spChg>
        <pc:spChg chg="add mod">
          <ac:chgData name="Noritsuna Imamura" userId="5b2da16fa1785921" providerId="LiveId" clId="{48082228-C27F-4E20-9B05-69EFA333094A}" dt="2025-06-10T18:23:10.227" v="13318" actId="164"/>
          <ac:spMkLst>
            <pc:docMk/>
            <pc:sldMk cId="2481600118" sldId="4592"/>
            <ac:spMk id="6" creationId="{9B346410-D1CC-C3E4-991F-6D46BA6457C8}"/>
          </ac:spMkLst>
        </pc:spChg>
        <pc:spChg chg="add mod">
          <ac:chgData name="Noritsuna Imamura" userId="5b2da16fa1785921" providerId="LiveId" clId="{48082228-C27F-4E20-9B05-69EFA333094A}" dt="2025-06-10T18:23:10.227" v="13318" actId="164"/>
          <ac:spMkLst>
            <pc:docMk/>
            <pc:sldMk cId="2481600118" sldId="4592"/>
            <ac:spMk id="7" creationId="{864302A6-A539-FFED-AC66-6925ED10C5AE}"/>
          </ac:spMkLst>
        </pc:spChg>
        <pc:spChg chg="add mod">
          <ac:chgData name="Noritsuna Imamura" userId="5b2da16fa1785921" providerId="LiveId" clId="{48082228-C27F-4E20-9B05-69EFA333094A}" dt="2025-06-10T18:23:10.227" v="13318" actId="164"/>
          <ac:spMkLst>
            <pc:docMk/>
            <pc:sldMk cId="2481600118" sldId="4592"/>
            <ac:spMk id="8" creationId="{72DA630C-DE1D-F45E-8B79-F250CB495125}"/>
          </ac:spMkLst>
        </pc:spChg>
        <pc:spChg chg="add mod">
          <ac:chgData name="Noritsuna Imamura" userId="5b2da16fa1785921" providerId="LiveId" clId="{48082228-C27F-4E20-9B05-69EFA333094A}" dt="2025-06-10T19:06:04.637" v="14327" actId="20577"/>
          <ac:spMkLst>
            <pc:docMk/>
            <pc:sldMk cId="2481600118" sldId="4592"/>
            <ac:spMk id="9" creationId="{7CE9320D-8045-79D6-D3E7-8D31A85244AD}"/>
          </ac:spMkLst>
        </pc:spChg>
        <pc:grpChg chg="add mod">
          <ac:chgData name="Noritsuna Imamura" userId="5b2da16fa1785921" providerId="LiveId" clId="{48082228-C27F-4E20-9B05-69EFA333094A}" dt="2025-06-10T18:23:10.227" v="13318" actId="164"/>
          <ac:grpSpMkLst>
            <pc:docMk/>
            <pc:sldMk cId="2481600118" sldId="4592"/>
            <ac:grpSpMk id="10" creationId="{1A3D0CAE-E42F-947E-0E0E-3950883B48B8}"/>
          </ac:grpSpMkLst>
        </pc:grpChg>
        <pc:picChg chg="mod">
          <ac:chgData name="Noritsuna Imamura" userId="5b2da16fa1785921" providerId="LiveId" clId="{48082228-C27F-4E20-9B05-69EFA333094A}" dt="2025-06-10T18:23:10.227" v="13318" actId="164"/>
          <ac:picMkLst>
            <pc:docMk/>
            <pc:sldMk cId="2481600118" sldId="4592"/>
            <ac:picMk id="2050" creationId="{7D3E43F6-5984-226E-4563-770495672053}"/>
          </ac:picMkLst>
        </pc:picChg>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pChg chg="mod">
          <ac:chgData name="Noritsuna Imamura" userId="5b2da16fa1785921" providerId="LiveId" clId="{48082228-C27F-4E20-9B05-69EFA333094A}" dt="2025-06-09T18:08:47.568" v="6471" actId="14100"/>
          <ac:spMkLst>
            <pc:docMk/>
            <pc:sldMk cId="882250686" sldId="4594"/>
            <ac:spMk id="2" creationId="{A35B13F9-8838-B539-8E4F-10E672FBB852}"/>
          </ac:spMkLst>
        </pc:spChg>
        <pc:spChg chg="mod ord">
          <ac:chgData name="Noritsuna Imamura" userId="5b2da16fa1785921" providerId="LiveId" clId="{48082228-C27F-4E20-9B05-69EFA333094A}" dt="2025-06-05T15:51:33.934" v="397" actId="20577"/>
          <ac:spMkLst>
            <pc:docMk/>
            <pc:sldMk cId="882250686" sldId="4594"/>
            <ac:spMk id="3" creationId="{6DED56D8-8269-0FCD-5314-65A4ABED631C}"/>
          </ac:spMkLst>
        </pc:spChg>
        <pc:spChg chg="add">
          <ac:chgData name="Noritsuna Imamura" userId="5b2da16fa1785921" providerId="LiveId" clId="{48082228-C27F-4E20-9B05-69EFA333094A}" dt="2025-06-05T12:33:44.204" v="257" actId="26606"/>
          <ac:spMkLst>
            <pc:docMk/>
            <pc:sldMk cId="882250686" sldId="4594"/>
            <ac:spMk id="1031" creationId="{7FEAE179-C525-48F3-AD47-0E9E2B6F2E2E}"/>
          </ac:spMkLst>
        </pc:spChg>
        <pc:spChg chg="add">
          <ac:chgData name="Noritsuna Imamura" userId="5b2da16fa1785921" providerId="LiveId" clId="{48082228-C27F-4E20-9B05-69EFA333094A}" dt="2025-06-05T12:33:44.204" v="257" actId="26606"/>
          <ac:spMkLst>
            <pc:docMk/>
            <pc:sldMk cId="882250686" sldId="4594"/>
            <ac:spMk id="1033" creationId="{95C8260E-968F-44E8-A823-ABB431311926}"/>
          </ac:spMkLst>
        </pc:spChg>
        <pc:spChg chg="add">
          <ac:chgData name="Noritsuna Imamura" userId="5b2da16fa1785921" providerId="LiveId" clId="{48082228-C27F-4E20-9B05-69EFA333094A}" dt="2025-06-05T12:33:44.204" v="257" actId="26606"/>
          <ac:spMkLst>
            <pc:docMk/>
            <pc:sldMk cId="882250686" sldId="4594"/>
            <ac:spMk id="1035" creationId="{2C1BBA94-3F40-40AA-8BB9-E69E25E537C1}"/>
          </ac:spMkLst>
        </pc:spChg>
        <pc:spChg chg="add">
          <ac:chgData name="Noritsuna Imamura" userId="5b2da16fa1785921" providerId="LiveId" clId="{48082228-C27F-4E20-9B05-69EFA333094A}" dt="2025-06-05T12:33:44.204" v="257" actId="26606"/>
          <ac:spMkLst>
            <pc:docMk/>
            <pc:sldMk cId="882250686" sldId="4594"/>
            <ac:spMk id="1037" creationId="{FE43805F-24A6-46A4-B19B-54F28347355C}"/>
          </ac:spMkLst>
        </pc:spChg>
        <pc:picChg chg="add mod">
          <ac:chgData name="Noritsuna Imamura" userId="5b2da16fa1785921" providerId="LiveId" clId="{48082228-C27F-4E20-9B05-69EFA333094A}" dt="2025-06-05T15:51:09.108" v="371" actId="1076"/>
          <ac:picMkLst>
            <pc:docMk/>
            <pc:sldMk cId="882250686" sldId="4594"/>
            <ac:picMk id="7" creationId="{30D43A7D-1FB0-718C-9144-D60FC63D0C51}"/>
          </ac:picMkLst>
        </pc:picChg>
      </pc:sldChg>
      <pc:sldChg chg="modSp mod ord">
        <pc:chgData name="Noritsuna Imamura" userId="5b2da16fa1785921" providerId="LiveId" clId="{48082228-C27F-4E20-9B05-69EFA333094A}" dt="2025-06-07T11:10:50.374" v="3388" actId="207"/>
        <pc:sldMkLst>
          <pc:docMk/>
          <pc:sldMk cId="3754308333" sldId="4595"/>
        </pc:sldMkLst>
        <pc:spChg chg="mod">
          <ac:chgData name="Noritsuna Imamura" userId="5b2da16fa1785921" providerId="LiveId" clId="{48082228-C27F-4E20-9B05-69EFA333094A}" dt="2025-06-07T10:44:17.704" v="2937" actId="20577"/>
          <ac:spMkLst>
            <pc:docMk/>
            <pc:sldMk cId="3754308333" sldId="4595"/>
            <ac:spMk id="2" creationId="{F0D9782E-EC40-2B06-78D5-DC9216105D6E}"/>
          </ac:spMkLst>
        </pc:spChg>
        <pc:spChg chg="mod">
          <ac:chgData name="Noritsuna Imamura" userId="5b2da16fa1785921" providerId="LiveId" clId="{48082228-C27F-4E20-9B05-69EFA333094A}" dt="2025-06-07T11:10:50.374" v="3388" actId="207"/>
          <ac:spMkLst>
            <pc:docMk/>
            <pc:sldMk cId="3754308333" sldId="4595"/>
            <ac:spMk id="3" creationId="{D6D3327A-1F05-7B6A-4365-19ABF7B1BC17}"/>
          </ac:spMkLst>
        </pc:spChg>
      </pc:sldChg>
      <pc:sldChg chg="modSp mod">
        <pc:chgData name="Noritsuna Imamura" userId="5b2da16fa1785921" providerId="LiveId" clId="{48082228-C27F-4E20-9B05-69EFA333094A}" dt="2025-06-07T10:19:04.848" v="2712" actId="20577"/>
        <pc:sldMkLst>
          <pc:docMk/>
          <pc:sldMk cId="625698354" sldId="4596"/>
        </pc:sldMkLst>
        <pc:spChg chg="mod">
          <ac:chgData name="Noritsuna Imamura" userId="5b2da16fa1785921" providerId="LiveId" clId="{48082228-C27F-4E20-9B05-69EFA333094A}" dt="2025-06-07T10:19:04.848" v="2712" actId="20577"/>
          <ac:spMkLst>
            <pc:docMk/>
            <pc:sldMk cId="625698354" sldId="4596"/>
            <ac:spMk id="3" creationId="{9302FFBF-C3D5-679C-4CE6-7D43DC15A936}"/>
          </ac:spMkLst>
        </pc:spChg>
      </pc:sldChg>
      <pc:sldChg chg="modSp mod ord">
        <pc:chgData name="Noritsuna Imamura" userId="5b2da16fa1785921" providerId="LiveId" clId="{48082228-C27F-4E20-9B05-69EFA333094A}" dt="2025-06-09T22:35:27.065" v="10628" actId="14"/>
        <pc:sldMkLst>
          <pc:docMk/>
          <pc:sldMk cId="3110502057" sldId="4597"/>
        </pc:sldMkLst>
        <pc:spChg chg="mod">
          <ac:chgData name="Noritsuna Imamura" userId="5b2da16fa1785921" providerId="LiveId" clId="{48082228-C27F-4E20-9B05-69EFA333094A}" dt="2025-06-07T08:34:42.068" v="2004" actId="20577"/>
          <ac:spMkLst>
            <pc:docMk/>
            <pc:sldMk cId="3110502057" sldId="4597"/>
            <ac:spMk id="2" creationId="{D48C19C7-F7F2-77FE-BD4A-9F0B2F8C6BF9}"/>
          </ac:spMkLst>
        </pc:spChg>
        <pc:spChg chg="mod">
          <ac:chgData name="Noritsuna Imamura" userId="5b2da16fa1785921" providerId="LiveId" clId="{48082228-C27F-4E20-9B05-69EFA333094A}" dt="2025-06-09T22:35:27.065" v="10628" actId="14"/>
          <ac:spMkLst>
            <pc:docMk/>
            <pc:sldMk cId="3110502057" sldId="4597"/>
            <ac:spMk id="3" creationId="{EA89638F-D16C-498F-A321-DFA1B5ECD8EE}"/>
          </ac:spMkLst>
        </pc:spChg>
      </pc:sldChg>
      <pc:sldChg chg="addSp modSp mod setBg">
        <pc:chgData name="Noritsuna Imamura" userId="5b2da16fa1785921" providerId="LiveId" clId="{48082228-C27F-4E20-9B05-69EFA333094A}" dt="2025-06-07T13:47:43.709" v="3516" actId="14100"/>
        <pc:sldMkLst>
          <pc:docMk/>
          <pc:sldMk cId="1917807285" sldId="4598"/>
        </pc:sldMkLst>
        <pc:spChg chg="mod">
          <ac:chgData name="Noritsuna Imamura" userId="5b2da16fa1785921" providerId="LiveId" clId="{48082228-C27F-4E20-9B05-69EFA333094A}" dt="2025-06-05T11:53:47.416" v="2" actId="26606"/>
          <ac:spMkLst>
            <pc:docMk/>
            <pc:sldMk cId="1917807285" sldId="4598"/>
            <ac:spMk id="2" creationId="{831BB0DE-85AE-2C14-6463-90981BFC0DA2}"/>
          </ac:spMkLst>
        </pc:spChg>
        <pc:spChg chg="mod ord">
          <ac:chgData name="Noritsuna Imamura" userId="5b2da16fa1785921" providerId="LiveId" clId="{48082228-C27F-4E20-9B05-69EFA333094A}" dt="2025-06-05T11:53:47.416" v="2" actId="26606"/>
          <ac:spMkLst>
            <pc:docMk/>
            <pc:sldMk cId="1917807285" sldId="4598"/>
            <ac:spMk id="3" creationId="{18E00954-A865-E9A7-04BE-6164370F837C}"/>
          </ac:spMkLst>
        </pc:spChg>
        <pc:spChg chg="add mod">
          <ac:chgData name="Noritsuna Imamura" userId="5b2da16fa1785921" providerId="LiveId" clId="{48082228-C27F-4E20-9B05-69EFA333094A}" dt="2025-06-07T13:47:43.709" v="3516" actId="14100"/>
          <ac:spMkLst>
            <pc:docMk/>
            <pc:sldMk cId="1917807285" sldId="4598"/>
            <ac:spMk id="4" creationId="{CE2A8A95-725E-B822-C1F2-6B76FEB21386}"/>
          </ac:spMkLst>
        </pc:spChg>
        <pc:spChg chg="add">
          <ac:chgData name="Noritsuna Imamura" userId="5b2da16fa1785921" providerId="LiveId" clId="{48082228-C27F-4E20-9B05-69EFA333094A}" dt="2025-06-05T11:53:47.416" v="2" actId="26606"/>
          <ac:spMkLst>
            <pc:docMk/>
            <pc:sldMk cId="1917807285" sldId="4598"/>
            <ac:spMk id="5127" creationId="{700E0F77-E936-4985-B7B1-B9823486AC33}"/>
          </ac:spMkLst>
        </pc:spChg>
        <pc:spChg chg="add">
          <ac:chgData name="Noritsuna Imamura" userId="5b2da16fa1785921" providerId="LiveId" clId="{48082228-C27F-4E20-9B05-69EFA333094A}" dt="2025-06-05T11:53:47.416" v="2" actId="26606"/>
          <ac:spMkLst>
            <pc:docMk/>
            <pc:sldMk cId="1917807285" sldId="4598"/>
            <ac:spMk id="5129" creationId="{95C8260E-968F-44E8-A823-ABB431311926}"/>
          </ac:spMkLst>
        </pc:spChg>
        <pc:spChg chg="add">
          <ac:chgData name="Noritsuna Imamura" userId="5b2da16fa1785921" providerId="LiveId" clId="{48082228-C27F-4E20-9B05-69EFA333094A}" dt="2025-06-05T11:53:47.416" v="2" actId="26606"/>
          <ac:spMkLst>
            <pc:docMk/>
            <pc:sldMk cId="1917807285" sldId="4598"/>
            <ac:spMk id="5131" creationId="{2C1BBA94-3F40-40AA-8BB9-E69E25E537C1}"/>
          </ac:spMkLst>
        </pc:spChg>
        <pc:spChg chg="add">
          <ac:chgData name="Noritsuna Imamura" userId="5b2da16fa1785921" providerId="LiveId" clId="{48082228-C27F-4E20-9B05-69EFA333094A}" dt="2025-06-05T11:53:47.416" v="2" actId="26606"/>
          <ac:spMkLst>
            <pc:docMk/>
            <pc:sldMk cId="1917807285" sldId="4598"/>
            <ac:spMk id="5133" creationId="{FE43805F-24A6-46A4-B19B-54F28347355C}"/>
          </ac:spMkLst>
        </pc:spChg>
        <pc:picChg chg="mod">
          <ac:chgData name="Noritsuna Imamura" userId="5b2da16fa1785921" providerId="LiveId" clId="{48082228-C27F-4E20-9B05-69EFA333094A}" dt="2025-06-05T11:53:47.416" v="2" actId="26606"/>
          <ac:picMkLst>
            <pc:docMk/>
            <pc:sldMk cId="1917807285" sldId="4598"/>
            <ac:picMk id="5122" creationId="{C3DD71CA-6117-6CC4-BDC8-1AFA157BEEF6}"/>
          </ac:picMkLst>
        </pc:picChg>
      </pc:sldChg>
      <pc:sldChg chg="modSp mod">
        <pc:chgData name="Noritsuna Imamura" userId="5b2da16fa1785921" providerId="LiveId" clId="{48082228-C27F-4E20-9B05-69EFA333094A}" dt="2025-06-07T08:35:34.021" v="2092" actId="20577"/>
        <pc:sldMkLst>
          <pc:docMk/>
          <pc:sldMk cId="2103275893" sldId="4603"/>
        </pc:sldMkLst>
        <pc:spChg chg="mod">
          <ac:chgData name="Noritsuna Imamura" userId="5b2da16fa1785921" providerId="LiveId" clId="{48082228-C27F-4E20-9B05-69EFA333094A}" dt="2025-06-07T08:35:34.021" v="2092" actId="20577"/>
          <ac:spMkLst>
            <pc:docMk/>
            <pc:sldMk cId="2103275893" sldId="4603"/>
            <ac:spMk id="2" creationId="{EEB8985E-B703-FFC6-867D-DB6EF895D5B3}"/>
          </ac:spMkLst>
        </pc:spChg>
      </pc:sldChg>
      <pc:sldChg chg="addSp delSp modSp mod setBg">
        <pc:chgData name="Noritsuna Imamura" userId="5b2da16fa1785921" providerId="LiveId" clId="{48082228-C27F-4E20-9B05-69EFA333094A}" dt="2025-06-09T16:00:33.572" v="5332" actId="20577"/>
        <pc:sldMkLst>
          <pc:docMk/>
          <pc:sldMk cId="2169876371" sldId="4604"/>
        </pc:sldMkLst>
        <pc:spChg chg="mod">
          <ac:chgData name="Noritsuna Imamura" userId="5b2da16fa1785921" providerId="LiveId" clId="{48082228-C27F-4E20-9B05-69EFA333094A}" dt="2025-06-09T15:59:41.058" v="5318" actId="26606"/>
          <ac:spMkLst>
            <pc:docMk/>
            <pc:sldMk cId="2169876371" sldId="4604"/>
            <ac:spMk id="2" creationId="{8AF3F589-9B90-C6F1-A3C5-511E491F17BC}"/>
          </ac:spMkLst>
        </pc:spChg>
        <pc:spChg chg="mod">
          <ac:chgData name="Noritsuna Imamura" userId="5b2da16fa1785921" providerId="LiveId" clId="{48082228-C27F-4E20-9B05-69EFA333094A}" dt="2025-06-09T16:00:33.572" v="5332" actId="20577"/>
          <ac:spMkLst>
            <pc:docMk/>
            <pc:sldMk cId="2169876371" sldId="4604"/>
            <ac:spMk id="3" creationId="{5BEFA4FC-8480-302F-7D4D-A2560F875173}"/>
          </ac:spMkLst>
        </pc:spChg>
        <pc:spChg chg="add">
          <ac:chgData name="Noritsuna Imamura" userId="5b2da16fa1785921" providerId="LiveId" clId="{48082228-C27F-4E20-9B05-69EFA333094A}" dt="2025-06-09T15:59:41.058" v="5318" actId="26606"/>
          <ac:spMkLst>
            <pc:docMk/>
            <pc:sldMk cId="2169876371" sldId="4604"/>
            <ac:spMk id="32" creationId="{787F4F1C-8D3D-4EC1-B72D-A0470A5A08B8}"/>
          </ac:spMkLst>
        </pc:spChg>
        <pc:grpChg chg="add">
          <ac:chgData name="Noritsuna Imamura" userId="5b2da16fa1785921" providerId="LiveId" clId="{48082228-C27F-4E20-9B05-69EFA333094A}" dt="2025-06-09T15:59:41.058" v="5318" actId="26606"/>
          <ac:grpSpMkLst>
            <pc:docMk/>
            <pc:sldMk cId="2169876371" sldId="4604"/>
            <ac:grpSpMk id="33" creationId="{D1E3DD61-64DB-46AD-B249-E273CD86B051}"/>
          </ac:grpSpMkLst>
        </pc:grpChg>
      </pc:sldChg>
      <pc:sldChg chg="addSp delSp modSp mod setBg">
        <pc:chgData name="Noritsuna Imamura" userId="5b2da16fa1785921" providerId="LiveId" clId="{48082228-C27F-4E20-9B05-69EFA333094A}" dt="2025-06-10T13:53:21.370" v="11675" actId="1076"/>
        <pc:sldMkLst>
          <pc:docMk/>
          <pc:sldMk cId="3421560456" sldId="4605"/>
        </pc:sldMkLst>
        <pc:spChg chg="mod">
          <ac:chgData name="Noritsuna Imamura" userId="5b2da16fa1785921" providerId="LiveId" clId="{48082228-C27F-4E20-9B05-69EFA333094A}" dt="2025-06-09T17:25:26.919" v="6077" actId="26606"/>
          <ac:spMkLst>
            <pc:docMk/>
            <pc:sldMk cId="3421560456" sldId="4605"/>
            <ac:spMk id="2" creationId="{976C860A-3871-F128-7EE8-450AEDCDF508}"/>
          </ac:spMkLst>
        </pc:spChg>
        <pc:spChg chg="add mod">
          <ac:chgData name="Noritsuna Imamura" userId="5b2da16fa1785921" providerId="LiveId" clId="{48082228-C27F-4E20-9B05-69EFA333094A}" dt="2025-06-09T17:23:17.292" v="6054" actId="164"/>
          <ac:spMkLst>
            <pc:docMk/>
            <pc:sldMk cId="3421560456" sldId="4605"/>
            <ac:spMk id="39" creationId="{6530D1AE-B51C-A323-7C47-0E05CFBED253}"/>
          </ac:spMkLst>
        </pc:spChg>
        <pc:spChg chg="add mod">
          <ac:chgData name="Noritsuna Imamura" userId="5b2da16fa1785921" providerId="LiveId" clId="{48082228-C27F-4E20-9B05-69EFA333094A}" dt="2025-06-09T17:24:07.585" v="6061" actId="1076"/>
          <ac:spMkLst>
            <pc:docMk/>
            <pc:sldMk cId="3421560456" sldId="4605"/>
            <ac:spMk id="40" creationId="{3A52C8A3-44E5-FEDF-F30D-46E755116C2D}"/>
          </ac:spMkLst>
        </pc:spChg>
        <pc:spChg chg="add mod">
          <ac:chgData name="Noritsuna Imamura" userId="5b2da16fa1785921" providerId="LiveId" clId="{48082228-C27F-4E20-9B05-69EFA333094A}" dt="2025-06-09T17:26:11.047" v="6087" actId="1076"/>
          <ac:spMkLst>
            <pc:docMk/>
            <pc:sldMk cId="3421560456" sldId="4605"/>
            <ac:spMk id="51" creationId="{61E1315E-413C-FC7C-0411-B4D806CBA40A}"/>
          </ac:spMkLst>
        </pc:spChg>
        <pc:spChg chg="add mod">
          <ac:chgData name="Noritsuna Imamura" userId="5b2da16fa1785921" providerId="LiveId" clId="{48082228-C27F-4E20-9B05-69EFA333094A}" dt="2025-06-09T17:26:11.047" v="6087" actId="1076"/>
          <ac:spMkLst>
            <pc:docMk/>
            <pc:sldMk cId="3421560456" sldId="4605"/>
            <ac:spMk id="52" creationId="{BEEB5917-411F-9807-A62C-ADFA1E4EE02F}"/>
          </ac:spMkLst>
        </pc:spChg>
        <pc:spChg chg="add mod">
          <ac:chgData name="Noritsuna Imamura" userId="5b2da16fa1785921" providerId="LiveId" clId="{48082228-C27F-4E20-9B05-69EFA333094A}" dt="2025-06-09T17:26:11.047" v="6087" actId="1076"/>
          <ac:spMkLst>
            <pc:docMk/>
            <pc:sldMk cId="3421560456" sldId="4605"/>
            <ac:spMk id="54" creationId="{D919D1C2-F46A-44A0-0029-CE2CE87D9E6E}"/>
          </ac:spMkLst>
        </pc:spChg>
        <pc:spChg chg="add mod">
          <ac:chgData name="Noritsuna Imamura" userId="5b2da16fa1785921" providerId="LiveId" clId="{48082228-C27F-4E20-9B05-69EFA333094A}" dt="2025-06-09T17:26:11.047" v="6087" actId="1076"/>
          <ac:spMkLst>
            <pc:docMk/>
            <pc:sldMk cId="3421560456" sldId="4605"/>
            <ac:spMk id="58" creationId="{437806E2-20A7-8D9B-01C5-C630436823E3}"/>
          </ac:spMkLst>
        </pc:spChg>
        <pc:spChg chg="add mod">
          <ac:chgData name="Noritsuna Imamura" userId="5b2da16fa1785921" providerId="LiveId" clId="{48082228-C27F-4E20-9B05-69EFA333094A}" dt="2025-06-09T17:26:11.047" v="6087" actId="1076"/>
          <ac:spMkLst>
            <pc:docMk/>
            <pc:sldMk cId="3421560456" sldId="4605"/>
            <ac:spMk id="60" creationId="{EECA0DCC-9F26-EA22-3B16-25EF5B27CF72}"/>
          </ac:spMkLst>
        </pc:spChg>
        <pc:spChg chg="add mod">
          <ac:chgData name="Noritsuna Imamura" userId="5b2da16fa1785921" providerId="LiveId" clId="{48082228-C27F-4E20-9B05-69EFA333094A}" dt="2025-06-09T17:26:11.047" v="6087" actId="1076"/>
          <ac:spMkLst>
            <pc:docMk/>
            <pc:sldMk cId="3421560456" sldId="4605"/>
            <ac:spMk id="63" creationId="{F13538AA-1485-31C3-CA37-580E4AD6EA1C}"/>
          </ac:spMkLst>
        </pc:spChg>
        <pc:spChg chg="add mod">
          <ac:chgData name="Noritsuna Imamura" userId="5b2da16fa1785921" providerId="LiveId" clId="{48082228-C27F-4E20-9B05-69EFA333094A}" dt="2025-06-09T18:11:20.572" v="6501" actId="20577"/>
          <ac:spMkLst>
            <pc:docMk/>
            <pc:sldMk cId="3421560456" sldId="4605"/>
            <ac:spMk id="64" creationId="{C757655C-1432-453F-E62E-BE6D95EC3977}"/>
          </ac:spMkLst>
        </pc:spChg>
        <pc:spChg chg="mod">
          <ac:chgData name="Noritsuna Imamura" userId="5b2da16fa1785921" providerId="LiveId" clId="{48082228-C27F-4E20-9B05-69EFA333094A}" dt="2025-06-09T17:28:12.662" v="6131"/>
          <ac:spMkLst>
            <pc:docMk/>
            <pc:sldMk cId="3421560456" sldId="4605"/>
            <ac:spMk id="83" creationId="{C653EB0E-A7C2-5221-ED1D-85226CE4B57B}"/>
          </ac:spMkLst>
        </pc:spChg>
        <pc:spChg chg="mod">
          <ac:chgData name="Noritsuna Imamura" userId="5b2da16fa1785921" providerId="LiveId" clId="{48082228-C27F-4E20-9B05-69EFA333094A}" dt="2025-06-09T17:28:12.662" v="6131"/>
          <ac:spMkLst>
            <pc:docMk/>
            <pc:sldMk cId="3421560456" sldId="4605"/>
            <ac:spMk id="91" creationId="{E9636382-EE21-DB22-E7D7-1C6BDB082422}"/>
          </ac:spMkLst>
        </pc:spChg>
        <pc:spChg chg="mod">
          <ac:chgData name="Noritsuna Imamura" userId="5b2da16fa1785921" providerId="LiveId" clId="{48082228-C27F-4E20-9B05-69EFA333094A}" dt="2025-06-09T17:28:12.662" v="6131"/>
          <ac:spMkLst>
            <pc:docMk/>
            <pc:sldMk cId="3421560456" sldId="4605"/>
            <ac:spMk id="93" creationId="{6EDF3955-4AF3-D1AF-BBD3-B2B65C0953B9}"/>
          </ac:spMkLst>
        </pc:spChg>
        <pc:spChg chg="mod">
          <ac:chgData name="Noritsuna Imamura" userId="5b2da16fa1785921" providerId="LiveId" clId="{48082228-C27F-4E20-9B05-69EFA333094A}" dt="2025-06-09T17:28:12.662" v="6131"/>
          <ac:spMkLst>
            <pc:docMk/>
            <pc:sldMk cId="3421560456" sldId="4605"/>
            <ac:spMk id="94" creationId="{3CFC98E9-9975-1F62-BD5D-2A4F6FC03589}"/>
          </ac:spMkLst>
        </pc:spChg>
        <pc:spChg chg="mod">
          <ac:chgData name="Noritsuna Imamura" userId="5b2da16fa1785921" providerId="LiveId" clId="{48082228-C27F-4E20-9B05-69EFA333094A}" dt="2025-06-09T17:28:12.662" v="6131"/>
          <ac:spMkLst>
            <pc:docMk/>
            <pc:sldMk cId="3421560456" sldId="4605"/>
            <ac:spMk id="95" creationId="{356312D2-7307-94D8-7FF6-867365CC4E64}"/>
          </ac:spMkLst>
        </pc:spChg>
        <pc:spChg chg="mod">
          <ac:chgData name="Noritsuna Imamura" userId="5b2da16fa1785921" providerId="LiveId" clId="{48082228-C27F-4E20-9B05-69EFA333094A}" dt="2025-06-09T17:28:12.662" v="6131"/>
          <ac:spMkLst>
            <pc:docMk/>
            <pc:sldMk cId="3421560456" sldId="4605"/>
            <ac:spMk id="96" creationId="{F46DC640-17C0-31B9-6C9E-FD233B42914A}"/>
          </ac:spMkLst>
        </pc:spChg>
        <pc:spChg chg="mod">
          <ac:chgData name="Noritsuna Imamura" userId="5b2da16fa1785921" providerId="LiveId" clId="{48082228-C27F-4E20-9B05-69EFA333094A}" dt="2025-06-09T17:28:12.662" v="6131"/>
          <ac:spMkLst>
            <pc:docMk/>
            <pc:sldMk cId="3421560456" sldId="4605"/>
            <ac:spMk id="97" creationId="{90D0EFF5-405B-174A-9B41-6128FD72BBF3}"/>
          </ac:spMkLst>
        </pc:spChg>
        <pc:spChg chg="mod">
          <ac:chgData name="Noritsuna Imamura" userId="5b2da16fa1785921" providerId="LiveId" clId="{48082228-C27F-4E20-9B05-69EFA333094A}" dt="2025-06-09T17:28:12.662" v="6131"/>
          <ac:spMkLst>
            <pc:docMk/>
            <pc:sldMk cId="3421560456" sldId="4605"/>
            <ac:spMk id="98" creationId="{B7C512A1-0032-0F75-A459-029509EC2DE0}"/>
          </ac:spMkLst>
        </pc:spChg>
        <pc:spChg chg="mod">
          <ac:chgData name="Noritsuna Imamura" userId="5b2da16fa1785921" providerId="LiveId" clId="{48082228-C27F-4E20-9B05-69EFA333094A}" dt="2025-06-09T17:28:12.662" v="6131"/>
          <ac:spMkLst>
            <pc:docMk/>
            <pc:sldMk cId="3421560456" sldId="4605"/>
            <ac:spMk id="99" creationId="{66DFD092-F9CC-5A0A-C472-01F6EE9E9E9F}"/>
          </ac:spMkLst>
        </pc:spChg>
        <pc:spChg chg="mod">
          <ac:chgData name="Noritsuna Imamura" userId="5b2da16fa1785921" providerId="LiveId" clId="{48082228-C27F-4E20-9B05-69EFA333094A}" dt="2025-06-09T17:28:12.662" v="6131"/>
          <ac:spMkLst>
            <pc:docMk/>
            <pc:sldMk cId="3421560456" sldId="4605"/>
            <ac:spMk id="100" creationId="{17390A95-76DD-6B98-0C6A-48575009535F}"/>
          </ac:spMkLst>
        </pc:spChg>
        <pc:grpChg chg="add mod">
          <ac:chgData name="Noritsuna Imamura" userId="5b2da16fa1785921" providerId="LiveId" clId="{48082228-C27F-4E20-9B05-69EFA333094A}" dt="2025-06-09T17:28:21.755" v="6133" actId="1076"/>
          <ac:grpSpMkLst>
            <pc:docMk/>
            <pc:sldMk cId="3421560456" sldId="4605"/>
            <ac:grpSpMk id="47" creationId="{C445D306-44E5-EC1B-21FD-99A152AF4FDD}"/>
          </ac:grpSpMkLst>
        </pc:grpChg>
        <pc:grpChg chg="mod">
          <ac:chgData name="Noritsuna Imamura" userId="5b2da16fa1785921" providerId="LiveId" clId="{48082228-C27F-4E20-9B05-69EFA333094A}" dt="2025-06-10T13:53:21.370" v="11675" actId="1076"/>
          <ac:grpSpMkLst>
            <pc:docMk/>
            <pc:sldMk cId="3421560456" sldId="4605"/>
            <ac:grpSpMk id="65" creationId="{08C38B8A-363E-46FF-F915-41B37B3FDE19}"/>
          </ac:grpSpMkLst>
        </pc:grpChg>
        <pc:cxnChg chg="add">
          <ac:chgData name="Noritsuna Imamura" userId="5b2da16fa1785921" providerId="LiveId" clId="{48082228-C27F-4E20-9B05-69EFA333094A}" dt="2025-06-09T17:25:26.919" v="6077" actId="26606"/>
          <ac:cxnSpMkLst>
            <pc:docMk/>
            <pc:sldMk cId="3421560456" sldId="4605"/>
            <ac:cxnSpMk id="61" creationId="{192712F8-36FA-35DF-0CE8-4098D93322A3}"/>
          </ac:cxnSpMkLst>
        </pc:cxnChg>
        <pc:cxnChg chg="add">
          <ac:chgData name="Noritsuna Imamura" userId="5b2da16fa1785921" providerId="LiveId" clId="{48082228-C27F-4E20-9B05-69EFA333094A}" dt="2025-06-09T17:25:26.919" v="6077" actId="26606"/>
          <ac:cxnSpMkLst>
            <pc:docMk/>
            <pc:sldMk cId="3421560456" sldId="4605"/>
            <ac:cxnSpMk id="62" creationId="{AF9469B9-6468-5B6A-E832-8D4590388432}"/>
          </ac:cxnSpMkLst>
        </pc:cxnChg>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pChg chg="mod">
          <ac:chgData name="Noritsuna Imamura" userId="5b2da16fa1785921" providerId="LiveId" clId="{48082228-C27F-4E20-9B05-69EFA333094A}" dt="2025-06-06T16:42:40.428" v="1302" actId="26606"/>
          <ac:spMkLst>
            <pc:docMk/>
            <pc:sldMk cId="2581260794" sldId="4607"/>
            <ac:spMk id="2" creationId="{154CBBD7-A9EF-590F-71AA-18C88297B2A4}"/>
          </ac:spMkLst>
        </pc:spChg>
        <pc:spChg chg="mod ord">
          <ac:chgData name="Noritsuna Imamura" userId="5b2da16fa1785921" providerId="LiveId" clId="{48082228-C27F-4E20-9B05-69EFA333094A}" dt="2025-06-07T09:43:56.693" v="2680" actId="20577"/>
          <ac:spMkLst>
            <pc:docMk/>
            <pc:sldMk cId="2581260794" sldId="4607"/>
            <ac:spMk id="3" creationId="{27A2960C-FD41-0143-850D-FD47B3CB5F9C}"/>
          </ac:spMkLst>
        </pc:spChg>
        <pc:spChg chg="add mod">
          <ac:chgData name="Noritsuna Imamura" userId="5b2da16fa1785921" providerId="LiveId" clId="{48082228-C27F-4E20-9B05-69EFA333094A}" dt="2025-06-06T16:49:23.530" v="1452" actId="14100"/>
          <ac:spMkLst>
            <pc:docMk/>
            <pc:sldMk cId="2581260794" sldId="4607"/>
            <ac:spMk id="7" creationId="{0B004D1B-411A-3AF6-79FA-5B787A0B0597}"/>
          </ac:spMkLst>
        </pc:spChg>
        <pc:spChg chg="add">
          <ac:chgData name="Noritsuna Imamura" userId="5b2da16fa1785921" providerId="LiveId" clId="{48082228-C27F-4E20-9B05-69EFA333094A}" dt="2025-06-06T16:47:54.628" v="1374" actId="26606"/>
          <ac:spMkLst>
            <pc:docMk/>
            <pc:sldMk cId="2581260794" sldId="4607"/>
            <ac:spMk id="25" creationId="{28D31E1B-0407-4223-9642-0B642CBF57D9}"/>
          </ac:spMkLst>
        </pc:spChg>
        <pc:spChg chg="add">
          <ac:chgData name="Noritsuna Imamura" userId="5b2da16fa1785921" providerId="LiveId" clId="{48082228-C27F-4E20-9B05-69EFA333094A}" dt="2025-06-06T16:47:54.628" v="1374" actId="26606"/>
          <ac:spMkLst>
            <pc:docMk/>
            <pc:sldMk cId="2581260794" sldId="4607"/>
            <ac:spMk id="32" creationId="{D5B0017B-2ECA-49AF-B397-DC140825DF8D}"/>
          </ac:spMkLst>
        </pc:spChg>
        <pc:spChg chg="add">
          <ac:chgData name="Noritsuna Imamura" userId="5b2da16fa1785921" providerId="LiveId" clId="{48082228-C27F-4E20-9B05-69EFA333094A}" dt="2025-06-06T16:47:54.628" v="1374" actId="26606"/>
          <ac:spMkLst>
            <pc:docMk/>
            <pc:sldMk cId="2581260794" sldId="4607"/>
            <ac:spMk id="34" creationId="{70E96339-907C-46C3-99AC-31179B6F0EBD}"/>
          </ac:spMkLst>
        </pc:spChg>
        <pc:grpChg chg="add">
          <ac:chgData name="Noritsuna Imamura" userId="5b2da16fa1785921" providerId="LiveId" clId="{48082228-C27F-4E20-9B05-69EFA333094A}" dt="2025-06-06T16:47:54.628" v="1374" actId="26606"/>
          <ac:grpSpMkLst>
            <pc:docMk/>
            <pc:sldMk cId="2581260794" sldId="4607"/>
            <ac:grpSpMk id="27" creationId="{AE1C45F0-260A-458C-96ED-C1F6D2151219}"/>
          </ac:grpSpMkLst>
        </pc:grpChg>
        <pc:picChg chg="add mod">
          <ac:chgData name="Noritsuna Imamura" userId="5b2da16fa1785921" providerId="LiveId" clId="{48082228-C27F-4E20-9B05-69EFA333094A}" dt="2025-06-06T16:42:40.428" v="1302" actId="26606"/>
          <ac:picMkLst>
            <pc:docMk/>
            <pc:sldMk cId="2581260794" sldId="4607"/>
            <ac:picMk id="6" creationId="{F92B6613-EADD-5947-4182-B3F4515EA97E}"/>
          </ac:picMkLst>
        </pc:picChg>
        <pc:cxnChg chg="add">
          <ac:chgData name="Noritsuna Imamura" userId="5b2da16fa1785921" providerId="LiveId" clId="{48082228-C27F-4E20-9B05-69EFA333094A}" dt="2025-06-06T16:47:54.628" v="1374" actId="26606"/>
          <ac:cxnSpMkLst>
            <pc:docMk/>
            <pc:sldMk cId="2581260794" sldId="4607"/>
            <ac:cxnSpMk id="36" creationId="{6CF1BAF6-AD41-4082-B212-8A1F9A2E8779}"/>
          </ac:cxnSpMkLst>
        </pc:cxnChg>
      </pc:sldChg>
      <pc:sldChg chg="addSp modSp mod">
        <pc:chgData name="Noritsuna Imamura" userId="5b2da16fa1785921" providerId="LiveId" clId="{48082228-C27F-4E20-9B05-69EFA333094A}" dt="2025-06-09T13:11:20.380" v="3666" actId="1076"/>
        <pc:sldMkLst>
          <pc:docMk/>
          <pc:sldMk cId="3946653872" sldId="4608"/>
        </pc:sldMkLst>
        <pc:spChg chg="mod">
          <ac:chgData name="Noritsuna Imamura" userId="5b2da16fa1785921" providerId="LiveId" clId="{48082228-C27F-4E20-9B05-69EFA333094A}" dt="2025-06-05T16:57:32.194" v="965" actId="20577"/>
          <ac:spMkLst>
            <pc:docMk/>
            <pc:sldMk cId="3946653872" sldId="4608"/>
            <ac:spMk id="2" creationId="{C2493A15-F9BA-7C79-45A4-498513CDB613}"/>
          </ac:spMkLst>
        </pc:spChg>
        <pc:spChg chg="mod">
          <ac:chgData name="Noritsuna Imamura" userId="5b2da16fa1785921" providerId="LiveId" clId="{48082228-C27F-4E20-9B05-69EFA333094A}" dt="2025-06-09T13:11:08.016" v="3662" actId="14100"/>
          <ac:spMkLst>
            <pc:docMk/>
            <pc:sldMk cId="3946653872" sldId="4608"/>
            <ac:spMk id="3" creationId="{FEF28942-3A7C-B947-3AB0-D197762182F6}"/>
          </ac:spMkLst>
        </pc:spChg>
        <pc:picChg chg="mod">
          <ac:chgData name="Noritsuna Imamura" userId="5b2da16fa1785921" providerId="LiveId" clId="{48082228-C27F-4E20-9B05-69EFA333094A}" dt="2025-06-09T13:11:20.380" v="3666" actId="1076"/>
          <ac:picMkLst>
            <pc:docMk/>
            <pc:sldMk cId="3946653872" sldId="4608"/>
            <ac:picMk id="4" creationId="{EA80A226-A060-F967-1CA5-E3382DC1E01A}"/>
          </ac:picMkLst>
        </pc:picChg>
      </pc:sldChg>
      <pc:sldChg chg="addSp delSp modSp mod setBg">
        <pc:chgData name="Noritsuna Imamura" userId="5b2da16fa1785921" providerId="LiveId" clId="{48082228-C27F-4E20-9B05-69EFA333094A}" dt="2025-06-05T16:56:43.816" v="930" actId="20577"/>
        <pc:sldMkLst>
          <pc:docMk/>
          <pc:sldMk cId="1654858976" sldId="4609"/>
        </pc:sldMkLst>
        <pc:spChg chg="mod">
          <ac:chgData name="Noritsuna Imamura" userId="5b2da16fa1785921" providerId="LiveId" clId="{48082228-C27F-4E20-9B05-69EFA333094A}" dt="2025-06-05T16:54:44.518" v="850" actId="26606"/>
          <ac:spMkLst>
            <pc:docMk/>
            <pc:sldMk cId="1654858976" sldId="4609"/>
            <ac:spMk id="2" creationId="{D1B2ED28-53E7-8CDB-D704-BEA9ABECDE4F}"/>
          </ac:spMkLst>
        </pc:spChg>
        <pc:spChg chg="add mod ord">
          <ac:chgData name="Noritsuna Imamura" userId="5b2da16fa1785921" providerId="LiveId" clId="{48082228-C27F-4E20-9B05-69EFA333094A}" dt="2025-06-05T16:56:43.816" v="930" actId="20577"/>
          <ac:spMkLst>
            <pc:docMk/>
            <pc:sldMk cId="1654858976" sldId="4609"/>
            <ac:spMk id="27" creationId="{3C7F52E6-2BE2-3616-42CC-33F34755C5C4}"/>
          </ac:spMkLst>
        </pc:spChg>
        <pc:picChg chg="add mod">
          <ac:chgData name="Noritsuna Imamura" userId="5b2da16fa1785921" providerId="LiveId" clId="{48082228-C27F-4E20-9B05-69EFA333094A}" dt="2025-06-05T16:54:34.162" v="848" actId="1076"/>
          <ac:picMkLst>
            <pc:docMk/>
            <pc:sldMk cId="1654858976" sldId="4609"/>
            <ac:picMk id="1028" creationId="{B0C9C8A3-F3AC-8090-187B-2240781513AD}"/>
          </ac:picMkLst>
        </pc:picChg>
      </pc:sldChg>
      <pc:sldChg chg="modSp mod ord">
        <pc:chgData name="Noritsuna Imamura" userId="5b2da16fa1785921" providerId="LiveId" clId="{48082228-C27F-4E20-9B05-69EFA333094A}" dt="2025-06-11T10:24:28.286" v="14736"/>
        <pc:sldMkLst>
          <pc:docMk/>
          <pc:sldMk cId="573700429" sldId="4610"/>
        </pc:sldMkLst>
        <pc:spChg chg="mod">
          <ac:chgData name="Noritsuna Imamura" userId="5b2da16fa1785921" providerId="LiveId" clId="{48082228-C27F-4E20-9B05-69EFA333094A}" dt="2025-06-11T10:22:01.912" v="14685" actId="20577"/>
          <ac:spMkLst>
            <pc:docMk/>
            <pc:sldMk cId="573700429" sldId="4610"/>
            <ac:spMk id="2" creationId="{78E7F675-52C6-9CF2-8F3C-44DAA0600512}"/>
          </ac:spMkLst>
        </pc:spChg>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pChg chg="mod">
          <ac:chgData name="Noritsuna Imamura" userId="5b2da16fa1785921" providerId="LiveId" clId="{48082228-C27F-4E20-9B05-69EFA333094A}" dt="2025-06-07T10:33:58.150" v="2874" actId="20577"/>
          <ac:spMkLst>
            <pc:docMk/>
            <pc:sldMk cId="1681544700" sldId="4614"/>
            <ac:spMk id="2" creationId="{4E16D323-6846-0337-0D93-BA798A2217AD}"/>
          </ac:spMkLst>
        </pc:spChg>
      </pc:sldChg>
      <pc:sldChg chg="modSp mod">
        <pc:chgData name="Noritsuna Imamura" userId="5b2da16fa1785921" providerId="LiveId" clId="{48082228-C27F-4E20-9B05-69EFA333094A}" dt="2025-06-07T08:30:11.978" v="1906" actId="20577"/>
        <pc:sldMkLst>
          <pc:docMk/>
          <pc:sldMk cId="664724381" sldId="4615"/>
        </pc:sldMkLst>
        <pc:spChg chg="mod">
          <ac:chgData name="Noritsuna Imamura" userId="5b2da16fa1785921" providerId="LiveId" clId="{48082228-C27F-4E20-9B05-69EFA333094A}" dt="2025-06-07T08:30:11.978" v="1906" actId="20577"/>
          <ac:spMkLst>
            <pc:docMk/>
            <pc:sldMk cId="664724381" sldId="4615"/>
            <ac:spMk id="2" creationId="{19BF331E-C233-D2F5-C94C-9346AC3F6261}"/>
          </ac:spMkLst>
        </pc:spChg>
      </pc:sldChg>
      <pc:sldChg chg="modSp mod">
        <pc:chgData name="Noritsuna Imamura" userId="5b2da16fa1785921" providerId="LiveId" clId="{48082228-C27F-4E20-9B05-69EFA333094A}" dt="2025-06-10T18:16:14.364" v="13312" actId="20577"/>
        <pc:sldMkLst>
          <pc:docMk/>
          <pc:sldMk cId="1462326698" sldId="4616"/>
        </pc:sldMkLst>
        <pc:spChg chg="mod">
          <ac:chgData name="Noritsuna Imamura" userId="5b2da16fa1785921" providerId="LiveId" clId="{48082228-C27F-4E20-9B05-69EFA333094A}" dt="2025-06-10T18:16:14.364" v="13312" actId="20577"/>
          <ac:spMkLst>
            <pc:docMk/>
            <pc:sldMk cId="1462326698" sldId="4616"/>
            <ac:spMk id="2" creationId="{15DA10F8-F772-D629-5CB3-5B1D596DE354}"/>
          </ac:spMkLst>
        </pc:spChg>
      </pc:sldChg>
      <pc:sldChg chg="modSp mod">
        <pc:chgData name="Noritsuna Imamura" userId="5b2da16fa1785921" providerId="LiveId" clId="{48082228-C27F-4E20-9B05-69EFA333094A}" dt="2025-06-05T12:39:45.788" v="321" actId="20577"/>
        <pc:sldMkLst>
          <pc:docMk/>
          <pc:sldMk cId="1846036654" sldId="4618"/>
        </pc:sldMkLst>
        <pc:spChg chg="mod">
          <ac:chgData name="Noritsuna Imamura" userId="5b2da16fa1785921" providerId="LiveId" clId="{48082228-C27F-4E20-9B05-69EFA333094A}" dt="2025-06-05T12:39:45.788" v="321" actId="20577"/>
          <ac:spMkLst>
            <pc:docMk/>
            <pc:sldMk cId="1846036654" sldId="4618"/>
            <ac:spMk id="2" creationId="{A3AA2887-249B-2760-A292-B51F5E0F12ED}"/>
          </ac:spMkLst>
        </pc:spChg>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pChg chg="mod">
          <ac:chgData name="Noritsuna Imamura" userId="5b2da16fa1785921" providerId="LiveId" clId="{48082228-C27F-4E20-9B05-69EFA333094A}" dt="2025-06-05T12:22:48.468" v="250" actId="26606"/>
          <ac:spMkLst>
            <pc:docMk/>
            <pc:sldMk cId="3262422007" sldId="4625"/>
            <ac:spMk id="2" creationId="{2BA7D41E-2982-ABF5-55A8-2A12588C3E38}"/>
          </ac:spMkLst>
        </pc:spChg>
        <pc:spChg chg="mod">
          <ac:chgData name="Noritsuna Imamura" userId="5b2da16fa1785921" providerId="LiveId" clId="{48082228-C27F-4E20-9B05-69EFA333094A}" dt="2025-06-05T12:22:48.468" v="250" actId="26606"/>
          <ac:spMkLst>
            <pc:docMk/>
            <pc:sldMk cId="3262422007" sldId="4625"/>
            <ac:spMk id="3" creationId="{EA6EF264-9144-3E29-D5B1-3A662BA43A16}"/>
          </ac:spMkLst>
        </pc:spChg>
        <pc:spChg chg="add">
          <ac:chgData name="Noritsuna Imamura" userId="5b2da16fa1785921" providerId="LiveId" clId="{48082228-C27F-4E20-9B05-69EFA333094A}" dt="2025-06-05T12:22:48.468" v="250" actId="26606"/>
          <ac:spMkLst>
            <pc:docMk/>
            <pc:sldMk cId="3262422007" sldId="4625"/>
            <ac:spMk id="9" creationId="{DBC6133C-0615-4CE4-9132-37E609A9BDFA}"/>
          </ac:spMkLst>
        </pc:spChg>
        <pc:spChg chg="add">
          <ac:chgData name="Noritsuna Imamura" userId="5b2da16fa1785921" providerId="LiveId" clId="{48082228-C27F-4E20-9B05-69EFA333094A}" dt="2025-06-05T12:22:48.468" v="250" actId="26606"/>
          <ac:spMkLst>
            <pc:docMk/>
            <pc:sldMk cId="3262422007" sldId="4625"/>
            <ac:spMk id="11" creationId="{169CC832-2974-4E8D-90ED-3E2941BA7336}"/>
          </ac:spMkLst>
        </pc:spChg>
        <pc:spChg chg="add">
          <ac:chgData name="Noritsuna Imamura" userId="5b2da16fa1785921" providerId="LiveId" clId="{48082228-C27F-4E20-9B05-69EFA333094A}" dt="2025-06-05T12:22:48.468" v="250" actId="26606"/>
          <ac:spMkLst>
            <pc:docMk/>
            <pc:sldMk cId="3262422007" sldId="4625"/>
            <ac:spMk id="13" creationId="{55222F96-971A-4F90-B841-6BAB416C7AC1}"/>
          </ac:spMkLst>
        </pc:spChg>
        <pc:spChg chg="add">
          <ac:chgData name="Noritsuna Imamura" userId="5b2da16fa1785921" providerId="LiveId" clId="{48082228-C27F-4E20-9B05-69EFA333094A}" dt="2025-06-05T12:22:48.468" v="250" actId="26606"/>
          <ac:spMkLst>
            <pc:docMk/>
            <pc:sldMk cId="3262422007" sldId="4625"/>
            <ac:spMk id="15" creationId="{08980754-6F4B-43C9-B9BE-127B6BED6586}"/>
          </ac:spMkLst>
        </pc:spChg>
        <pc:spChg chg="add">
          <ac:chgData name="Noritsuna Imamura" userId="5b2da16fa1785921" providerId="LiveId" clId="{48082228-C27F-4E20-9B05-69EFA333094A}" dt="2025-06-05T12:22:48.468" v="250" actId="26606"/>
          <ac:spMkLst>
            <pc:docMk/>
            <pc:sldMk cId="3262422007" sldId="4625"/>
            <ac:spMk id="17" creationId="{2C1BBA94-3F40-40AA-8BB9-E69E25E537C1}"/>
          </ac:spMkLst>
        </pc:spChg>
        <pc:picChg chg="add mod">
          <ac:chgData name="Noritsuna Imamura" userId="5b2da16fa1785921" providerId="LiveId" clId="{48082228-C27F-4E20-9B05-69EFA333094A}" dt="2025-06-05T12:22:48.468" v="250" actId="26606"/>
          <ac:picMkLst>
            <pc:docMk/>
            <pc:sldMk cId="3262422007" sldId="4625"/>
            <ac:picMk id="4" creationId="{8A63517B-8DA3-DB4E-033C-07243C3FD700}"/>
          </ac:picMkLst>
        </pc:picChg>
        <pc:picChg chg="add mod">
          <ac:chgData name="Noritsuna Imamura" userId="5b2da16fa1785921" providerId="LiveId" clId="{48082228-C27F-4E20-9B05-69EFA333094A}" dt="2025-06-05T12:25:02.452" v="254" actId="1076"/>
          <ac:picMkLst>
            <pc:docMk/>
            <pc:sldMk cId="3262422007" sldId="4625"/>
            <ac:picMk id="5" creationId="{8E44349C-DDFC-C8FB-004C-0903329F5DE9}"/>
          </ac:picMkLst>
        </pc:picChg>
      </pc:sldChg>
      <pc:sldChg chg="addSp modSp new mod ord">
        <pc:chgData name="Noritsuna Imamura" userId="5b2da16fa1785921" providerId="LiveId" clId="{48082228-C27F-4E20-9B05-69EFA333094A}" dt="2025-06-07T09:29:29.975" v="2489" actId="1076"/>
        <pc:sldMkLst>
          <pc:docMk/>
          <pc:sldMk cId="452744803" sldId="4626"/>
        </pc:sldMkLst>
        <pc:spChg chg="mod">
          <ac:chgData name="Noritsuna Imamura" userId="5b2da16fa1785921" providerId="LiveId" clId="{48082228-C27F-4E20-9B05-69EFA333094A}" dt="2025-06-05T16:57:59.818" v="971" actId="20577"/>
          <ac:spMkLst>
            <pc:docMk/>
            <pc:sldMk cId="452744803" sldId="4626"/>
            <ac:spMk id="2" creationId="{E26FBAD3-D315-3A07-1D55-84375F10EA0B}"/>
          </ac:spMkLst>
        </pc:spChg>
        <pc:spChg chg="mod">
          <ac:chgData name="Noritsuna Imamura" userId="5b2da16fa1785921" providerId="LiveId" clId="{48082228-C27F-4E20-9B05-69EFA333094A}" dt="2025-06-07T09:29:19.291" v="2488" actId="20577"/>
          <ac:spMkLst>
            <pc:docMk/>
            <pc:sldMk cId="452744803" sldId="4626"/>
            <ac:spMk id="3" creationId="{B972D751-1BDF-69EA-5EE3-24D8920E2527}"/>
          </ac:spMkLst>
        </pc:spChg>
        <pc:spChg chg="add mod">
          <ac:chgData name="Noritsuna Imamura" userId="5b2da16fa1785921" providerId="LiveId" clId="{48082228-C27F-4E20-9B05-69EFA333094A}" dt="2025-06-07T09:29:29.975" v="2489" actId="1076"/>
          <ac:spMkLst>
            <pc:docMk/>
            <pc:sldMk cId="452744803" sldId="4626"/>
            <ac:spMk id="6" creationId="{6E1C4429-FE65-E2EE-9D89-763D86824E0D}"/>
          </ac:spMkLst>
        </pc:spChg>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pChg chg="mod">
          <ac:chgData name="Noritsuna Imamura" userId="5b2da16fa1785921" providerId="LiveId" clId="{48082228-C27F-4E20-9B05-69EFA333094A}" dt="2025-06-07T10:57:25.108" v="3220" actId="20577"/>
          <ac:spMkLst>
            <pc:docMk/>
            <pc:sldMk cId="630207716" sldId="4628"/>
            <ac:spMk id="3" creationId="{BCE79163-36C7-0FCC-A02B-E12C64DE42A2}"/>
          </ac:spMkLst>
        </pc:spChg>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pChg chg="mod">
          <ac:chgData name="Noritsuna Imamura" userId="5b2da16fa1785921" providerId="LiveId" clId="{48082228-C27F-4E20-9B05-69EFA333094A}" dt="2025-06-06T16:31:33.424" v="1113" actId="20577"/>
          <ac:spMkLst>
            <pc:docMk/>
            <pc:sldMk cId="599185758" sldId="4635"/>
            <ac:spMk id="2" creationId="{BD35B682-17B2-196E-850E-FD4965403556}"/>
          </ac:spMkLst>
        </pc:spChg>
        <pc:spChg chg="mod">
          <ac:chgData name="Noritsuna Imamura" userId="5b2da16fa1785921" providerId="LiveId" clId="{48082228-C27F-4E20-9B05-69EFA333094A}" dt="2025-06-07T10:26:45.295" v="2831" actId="20577"/>
          <ac:spMkLst>
            <pc:docMk/>
            <pc:sldMk cId="599185758" sldId="4635"/>
            <ac:spMk id="3" creationId="{EBBAE91E-A67D-A709-15BD-262406151C22}"/>
          </ac:spMkLst>
        </pc:spChg>
        <pc:spChg chg="add">
          <ac:chgData name="Noritsuna Imamura" userId="5b2da16fa1785921" providerId="LiveId" clId="{48082228-C27F-4E20-9B05-69EFA333094A}" dt="2025-06-06T16:31:29.704" v="1109" actId="26606"/>
          <ac:spMkLst>
            <pc:docMk/>
            <pc:sldMk cId="599185758" sldId="4635"/>
            <ac:spMk id="8" creationId="{B6CDA21F-E7AF-4C75-8395-33F58D5B0E45}"/>
          </ac:spMkLst>
        </pc:spChg>
        <pc:spChg chg="add">
          <ac:chgData name="Noritsuna Imamura" userId="5b2da16fa1785921" providerId="LiveId" clId="{48082228-C27F-4E20-9B05-69EFA333094A}" dt="2025-06-06T16:31:29.704" v="1109" actId="26606"/>
          <ac:spMkLst>
            <pc:docMk/>
            <pc:sldMk cId="599185758" sldId="4635"/>
            <ac:spMk id="15" creationId="{D5B0017B-2ECA-49AF-B397-DC140825DF8D}"/>
          </ac:spMkLst>
        </pc:spChg>
        <pc:grpChg chg="add">
          <ac:chgData name="Noritsuna Imamura" userId="5b2da16fa1785921" providerId="LiveId" clId="{48082228-C27F-4E20-9B05-69EFA333094A}" dt="2025-06-06T16:31:29.704" v="1109" actId="26606"/>
          <ac:grpSpMkLst>
            <pc:docMk/>
            <pc:sldMk cId="599185758" sldId="4635"/>
            <ac:grpSpMk id="10" creationId="{AE1C45F0-260A-458C-96ED-C1F6D2151219}"/>
          </ac:grpSpMkLst>
        </pc:grpChg>
        <pc:cxnChg chg="add">
          <ac:chgData name="Noritsuna Imamura" userId="5b2da16fa1785921" providerId="LiveId" clId="{48082228-C27F-4E20-9B05-69EFA333094A}" dt="2025-06-06T16:31:29.704" v="1109" actId="26606"/>
          <ac:cxnSpMkLst>
            <pc:docMk/>
            <pc:sldMk cId="599185758" sldId="4635"/>
            <ac:cxnSpMk id="17" creationId="{6CF1BAF6-AD41-4082-B212-8A1F9A2E8779}"/>
          </ac:cxnSpMkLst>
        </pc:cxnChg>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pChg chg="mod">
          <ac:chgData name="Noritsuna Imamura" userId="5b2da16fa1785921" providerId="LiveId" clId="{48082228-C27F-4E20-9B05-69EFA333094A}" dt="2025-06-07T08:06:10.240" v="1538" actId="20577"/>
          <ac:spMkLst>
            <pc:docMk/>
            <pc:sldMk cId="1266320959" sldId="4637"/>
            <ac:spMk id="2" creationId="{543B671A-4197-0FEE-EE34-C8D12FD0334B}"/>
          </ac:spMkLst>
        </pc:spChg>
      </pc:sldChg>
      <pc:sldChg chg="addSp delSp modSp add mod ord">
        <pc:chgData name="Noritsuna Imamura" userId="5b2da16fa1785921" providerId="LiveId" clId="{48082228-C27F-4E20-9B05-69EFA333094A}" dt="2025-06-09T13:21:59.974" v="3887" actId="20577"/>
        <pc:sldMkLst>
          <pc:docMk/>
          <pc:sldMk cId="171472989" sldId="4638"/>
        </pc:sldMkLst>
        <pc:spChg chg="mod">
          <ac:chgData name="Noritsuna Imamura" userId="5b2da16fa1785921" providerId="LiveId" clId="{48082228-C27F-4E20-9B05-69EFA333094A}" dt="2025-06-07T10:58:17.421" v="3228" actId="20577"/>
          <ac:spMkLst>
            <pc:docMk/>
            <pc:sldMk cId="171472989" sldId="4638"/>
            <ac:spMk id="2" creationId="{093A5604-618B-E935-C364-9F2F2D0C5B90}"/>
          </ac:spMkLst>
        </pc:spChg>
        <pc:spChg chg="mod">
          <ac:chgData name="Noritsuna Imamura" userId="5b2da16fa1785921" providerId="LiveId" clId="{48082228-C27F-4E20-9B05-69EFA333094A}" dt="2025-06-09T13:21:59.974" v="3887" actId="20577"/>
          <ac:spMkLst>
            <pc:docMk/>
            <pc:sldMk cId="171472989" sldId="4638"/>
            <ac:spMk id="3" creationId="{F33B7E8C-8398-1B17-CDEC-B33AD5C52211}"/>
          </ac:spMkLst>
        </pc:spChg>
        <pc:spChg chg="add">
          <ac:chgData name="Noritsuna Imamura" userId="5b2da16fa1785921" providerId="LiveId" clId="{48082228-C27F-4E20-9B05-69EFA333094A}" dt="2025-06-07T08:14:43.265" v="1642" actId="26606"/>
          <ac:spMkLst>
            <pc:docMk/>
            <pc:sldMk cId="171472989" sldId="4638"/>
            <ac:spMk id="33" creationId="{B6CDA21F-E7AF-4C75-8395-33F58D5B0E45}"/>
          </ac:spMkLst>
        </pc:spChg>
        <pc:spChg chg="add">
          <ac:chgData name="Noritsuna Imamura" userId="5b2da16fa1785921" providerId="LiveId" clId="{48082228-C27F-4E20-9B05-69EFA333094A}" dt="2025-06-07T08:14:43.265" v="1642" actId="26606"/>
          <ac:spMkLst>
            <pc:docMk/>
            <pc:sldMk cId="171472989" sldId="4638"/>
            <ac:spMk id="40" creationId="{D5B0017B-2ECA-49AF-B397-DC140825DF8D}"/>
          </ac:spMkLst>
        </pc:spChg>
        <pc:grpChg chg="add">
          <ac:chgData name="Noritsuna Imamura" userId="5b2da16fa1785921" providerId="LiveId" clId="{48082228-C27F-4E20-9B05-69EFA333094A}" dt="2025-06-07T08:14:43.265" v="1642" actId="26606"/>
          <ac:grpSpMkLst>
            <pc:docMk/>
            <pc:sldMk cId="171472989" sldId="4638"/>
            <ac:grpSpMk id="35" creationId="{AE1C45F0-260A-458C-96ED-C1F6D2151219}"/>
          </ac:grpSpMkLst>
        </pc:grpChg>
        <pc:cxnChg chg="add">
          <ac:chgData name="Noritsuna Imamura" userId="5b2da16fa1785921" providerId="LiveId" clId="{48082228-C27F-4E20-9B05-69EFA333094A}" dt="2025-06-07T08:14:43.265" v="1642" actId="26606"/>
          <ac:cxnSpMkLst>
            <pc:docMk/>
            <pc:sldMk cId="171472989" sldId="4638"/>
            <ac:cxnSpMk id="42" creationId="{6CF1BAF6-AD41-4082-B212-8A1F9A2E8779}"/>
          </ac:cxnSpMkLst>
        </pc:cxnChg>
      </pc:sldChg>
      <pc:sldChg chg="modSp add mod ord">
        <pc:chgData name="Noritsuna Imamura" userId="5b2da16fa1785921" providerId="LiveId" clId="{48082228-C27F-4E20-9B05-69EFA333094A}" dt="2025-06-11T09:25:11.888" v="14601" actId="20577"/>
        <pc:sldMkLst>
          <pc:docMk/>
          <pc:sldMk cId="1017720473" sldId="4639"/>
        </pc:sldMkLst>
        <pc:spChg chg="mod">
          <ac:chgData name="Noritsuna Imamura" userId="5b2da16fa1785921" providerId="LiveId" clId="{48082228-C27F-4E20-9B05-69EFA333094A}" dt="2025-06-10T18:16:31.902" v="13316" actId="20577"/>
          <ac:spMkLst>
            <pc:docMk/>
            <pc:sldMk cId="1017720473" sldId="4639"/>
            <ac:spMk id="2" creationId="{25688E49-1753-54DD-2F01-1CE3DBE77D60}"/>
          </ac:spMkLst>
        </pc:spChg>
        <pc:spChg chg="mod">
          <ac:chgData name="Noritsuna Imamura" userId="5b2da16fa1785921" providerId="LiveId" clId="{48082228-C27F-4E20-9B05-69EFA333094A}" dt="2025-06-11T09:25:11.888" v="14601" actId="20577"/>
          <ac:spMkLst>
            <pc:docMk/>
            <pc:sldMk cId="1017720473" sldId="4639"/>
            <ac:spMk id="3" creationId="{40674156-9E4E-FBF5-5B12-6D9F0030E1E4}"/>
          </ac:spMkLst>
        </pc:spChg>
      </pc:sldChg>
      <pc:sldChg chg="modSp add mod ord">
        <pc:chgData name="Noritsuna Imamura" userId="5b2da16fa1785921" providerId="LiveId" clId="{48082228-C27F-4E20-9B05-69EFA333094A}" dt="2025-06-09T22:35:19.374" v="10626" actId="20577"/>
        <pc:sldMkLst>
          <pc:docMk/>
          <pc:sldMk cId="724105343" sldId="4640"/>
        </pc:sldMkLst>
        <pc:spChg chg="mod">
          <ac:chgData name="Noritsuna Imamura" userId="5b2da16fa1785921" providerId="LiveId" clId="{48082228-C27F-4E20-9B05-69EFA333094A}" dt="2025-06-07T08:34:49.734" v="2026" actId="20577"/>
          <ac:spMkLst>
            <pc:docMk/>
            <pc:sldMk cId="724105343" sldId="4640"/>
            <ac:spMk id="2" creationId="{8F7482D2-9343-0B35-645F-4463E4974212}"/>
          </ac:spMkLst>
        </pc:spChg>
        <pc:spChg chg="mod">
          <ac:chgData name="Noritsuna Imamura" userId="5b2da16fa1785921" providerId="LiveId" clId="{48082228-C27F-4E20-9B05-69EFA333094A}" dt="2025-06-09T22:35:19.374" v="10626" actId="20577"/>
          <ac:spMkLst>
            <pc:docMk/>
            <pc:sldMk cId="724105343" sldId="4640"/>
            <ac:spMk id="3" creationId="{28BB70F6-F81F-B5EE-F8EC-21B4DB0D7688}"/>
          </ac:spMkLst>
        </pc:spChg>
      </pc:sldChg>
      <pc:sldChg chg="modSp add mod ord">
        <pc:chgData name="Noritsuna Imamura" userId="5b2da16fa1785921" providerId="LiveId" clId="{48082228-C27F-4E20-9B05-69EFA333094A}" dt="2025-06-10T18:15:08.334" v="13290" actId="20577"/>
        <pc:sldMkLst>
          <pc:docMk/>
          <pc:sldMk cId="3820768165" sldId="4641"/>
        </pc:sldMkLst>
        <pc:spChg chg="mod">
          <ac:chgData name="Noritsuna Imamura" userId="5b2da16fa1785921" providerId="LiveId" clId="{48082228-C27F-4E20-9B05-69EFA333094A}" dt="2025-06-10T18:15:08.334" v="13290" actId="20577"/>
          <ac:spMkLst>
            <pc:docMk/>
            <pc:sldMk cId="3820768165" sldId="4641"/>
            <ac:spMk id="2" creationId="{0B086DA0-9EA4-E336-E67D-9F93401B9142}"/>
          </ac:spMkLst>
        </pc:spChg>
        <pc:spChg chg="mod">
          <ac:chgData name="Noritsuna Imamura" userId="5b2da16fa1785921" providerId="LiveId" clId="{48082228-C27F-4E20-9B05-69EFA333094A}" dt="2025-06-10T18:06:34.743" v="13015" actId="20577"/>
          <ac:spMkLst>
            <pc:docMk/>
            <pc:sldMk cId="3820768165" sldId="4641"/>
            <ac:spMk id="3" creationId="{791F0600-A6EB-D680-79C1-AE561DEEB67C}"/>
          </ac:spMkLst>
        </pc:spChg>
      </pc:sldChg>
      <pc:sldChg chg="modSp add mod ord">
        <pc:chgData name="Noritsuna Imamura" userId="5b2da16fa1785921" providerId="LiveId" clId="{48082228-C27F-4E20-9B05-69EFA333094A}" dt="2025-06-10T18:16:22.303" v="13314" actId="20577"/>
        <pc:sldMkLst>
          <pc:docMk/>
          <pc:sldMk cId="3181570309" sldId="4642"/>
        </pc:sldMkLst>
        <pc:spChg chg="mod">
          <ac:chgData name="Noritsuna Imamura" userId="5b2da16fa1785921" providerId="LiveId" clId="{48082228-C27F-4E20-9B05-69EFA333094A}" dt="2025-06-10T18:16:22.303" v="13314" actId="20577"/>
          <ac:spMkLst>
            <pc:docMk/>
            <pc:sldMk cId="3181570309" sldId="4642"/>
            <ac:spMk id="2" creationId="{E7C770EC-255F-D125-5377-830FB85BA516}"/>
          </ac:spMkLst>
        </pc:spChg>
      </pc:sldChg>
      <pc:sldChg chg="modSp add mod ord">
        <pc:chgData name="Noritsuna Imamura" userId="5b2da16fa1785921" providerId="LiveId" clId="{48082228-C27F-4E20-9B05-69EFA333094A}" dt="2025-06-09T21:34:32.045" v="9128" actId="20577"/>
        <pc:sldMkLst>
          <pc:docMk/>
          <pc:sldMk cId="2096605544" sldId="4643"/>
        </pc:sldMkLst>
        <pc:spChg chg="mod">
          <ac:chgData name="Noritsuna Imamura" userId="5b2da16fa1785921" providerId="LiveId" clId="{48082228-C27F-4E20-9B05-69EFA333094A}" dt="2025-06-09T21:34:32.045" v="9128" actId="20577"/>
          <ac:spMkLst>
            <pc:docMk/>
            <pc:sldMk cId="2096605544" sldId="4643"/>
            <ac:spMk id="2" creationId="{F35879F9-9F53-C881-661C-CC6D82208DEE}"/>
          </ac:spMkLst>
        </pc:spChg>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pChg chg="mod">
          <ac:chgData name="Noritsuna Imamura" userId="5b2da16fa1785921" providerId="LiveId" clId="{48082228-C27F-4E20-9B05-69EFA333094A}" dt="2025-06-07T15:04:21.406" v="3517" actId="21"/>
          <ac:spMkLst>
            <pc:docMk/>
            <pc:sldMk cId="2613861800" sldId="4645"/>
            <ac:spMk id="2" creationId="{02A77670-5182-AA40-F39B-B19ED067A82D}"/>
          </ac:spMkLst>
        </pc:spChg>
        <pc:spChg chg="mod">
          <ac:chgData name="Noritsuna Imamura" userId="5b2da16fa1785921" providerId="LiveId" clId="{48082228-C27F-4E20-9B05-69EFA333094A}" dt="2025-06-07T10:21:15.743" v="2722" actId="14"/>
          <ac:spMkLst>
            <pc:docMk/>
            <pc:sldMk cId="2613861800" sldId="4645"/>
            <ac:spMk id="3" creationId="{EE15FC77-9980-7CD6-B31B-C43DF1889D3D}"/>
          </ac:spMkLst>
        </pc:spChg>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pChg chg="mod">
          <ac:chgData name="Noritsuna Imamura" userId="5b2da16fa1785921" providerId="LiveId" clId="{48082228-C27F-4E20-9B05-69EFA333094A}" dt="2025-06-07T15:06:10.839" v="3534" actId="27636"/>
          <ac:spMkLst>
            <pc:docMk/>
            <pc:sldMk cId="4244221274" sldId="4651"/>
            <ac:spMk id="2" creationId="{05EE05C7-8CEF-0DD0-D3E8-EFC8380F5F7E}"/>
          </ac:spMkLst>
        </pc:spChg>
        <pc:spChg chg="mod">
          <ac:chgData name="Noritsuna Imamura" userId="5b2da16fa1785921" providerId="LiveId" clId="{48082228-C27F-4E20-9B05-69EFA333094A}" dt="2025-06-07T15:10:11.717" v="3598" actId="20577"/>
          <ac:spMkLst>
            <pc:docMk/>
            <pc:sldMk cId="4244221274" sldId="4651"/>
            <ac:spMk id="3" creationId="{2D070646-C6F5-B92A-2308-2C01DD9EF631}"/>
          </ac:spMkLst>
        </pc:spChg>
      </pc:sldChg>
      <pc:sldChg chg="modSp add mod ord">
        <pc:chgData name="Noritsuna Imamura" userId="5b2da16fa1785921" providerId="LiveId" clId="{48082228-C27F-4E20-9B05-69EFA333094A}" dt="2025-06-07T11:11:31.269" v="3411" actId="20577"/>
        <pc:sldMkLst>
          <pc:docMk/>
          <pc:sldMk cId="848530969" sldId="4652"/>
        </pc:sldMkLst>
        <pc:spChg chg="mod">
          <ac:chgData name="Noritsuna Imamura" userId="5b2da16fa1785921" providerId="LiveId" clId="{48082228-C27F-4E20-9B05-69EFA333094A}" dt="2025-06-07T10:51:00.042" v="3144" actId="20577"/>
          <ac:spMkLst>
            <pc:docMk/>
            <pc:sldMk cId="848530969" sldId="4652"/>
            <ac:spMk id="2" creationId="{31D33E46-E091-B815-8604-AF1A21E21554}"/>
          </ac:spMkLst>
        </pc:spChg>
        <pc:spChg chg="mod">
          <ac:chgData name="Noritsuna Imamura" userId="5b2da16fa1785921" providerId="LiveId" clId="{48082228-C27F-4E20-9B05-69EFA333094A}" dt="2025-06-07T11:11:31.269" v="3411" actId="20577"/>
          <ac:spMkLst>
            <pc:docMk/>
            <pc:sldMk cId="848530969" sldId="4652"/>
            <ac:spMk id="3" creationId="{2F8F37E4-ACDF-BA88-1183-11B23385E901}"/>
          </ac:spMkLst>
        </pc:spChg>
      </pc:sldChg>
      <pc:sldChg chg="addSp delSp modSp new mod setBg">
        <pc:chgData name="Noritsuna Imamura" userId="5b2da16fa1785921" providerId="LiveId" clId="{48082228-C27F-4E20-9B05-69EFA333094A}" dt="2025-06-07T11:05:57.841" v="3364" actId="26606"/>
        <pc:sldMkLst>
          <pc:docMk/>
          <pc:sldMk cId="311252833" sldId="4653"/>
        </pc:sldMkLst>
        <pc:picChg chg="add mod">
          <ac:chgData name="Noritsuna Imamura" userId="5b2da16fa1785921" providerId="LiveId" clId="{48082228-C27F-4E20-9B05-69EFA333094A}" dt="2025-06-07T11:05:57.841" v="3364" actId="26606"/>
          <ac:picMkLst>
            <pc:docMk/>
            <pc:sldMk cId="311252833" sldId="4653"/>
            <ac:picMk id="5" creationId="{ACB8E462-B283-A953-39CA-A2098BCDB9AC}"/>
          </ac:picMkLst>
        </pc:picChg>
        <pc:picChg chg="add mod ord">
          <ac:chgData name="Noritsuna Imamura" userId="5b2da16fa1785921" providerId="LiveId" clId="{48082228-C27F-4E20-9B05-69EFA333094A}" dt="2025-06-07T11:05:57.841" v="3364" actId="26606"/>
          <ac:picMkLst>
            <pc:docMk/>
            <pc:sldMk cId="311252833" sldId="4653"/>
            <ac:picMk id="1026" creationId="{0EDB2362-0742-F94D-143F-DBC3CFD9075A}"/>
          </ac:picMkLst>
        </pc:picChg>
      </pc:sldChg>
      <pc:sldChg chg="modSp mod">
        <pc:chgData name="Noritsuna Imamura" userId="5b2da16fa1785921" providerId="LiveId" clId="{48082228-C27F-4E20-9B05-69EFA333094A}" dt="2025-06-07T15:11:43.249" v="3622" actId="113"/>
        <pc:sldMkLst>
          <pc:docMk/>
          <pc:sldMk cId="2315567908" sldId="4656"/>
        </pc:sldMkLst>
        <pc:spChg chg="mod">
          <ac:chgData name="Noritsuna Imamura" userId="5b2da16fa1785921" providerId="LiveId" clId="{48082228-C27F-4E20-9B05-69EFA333094A}" dt="2025-06-07T15:04:34.822" v="3528" actId="20577"/>
          <ac:spMkLst>
            <pc:docMk/>
            <pc:sldMk cId="2315567908" sldId="4656"/>
            <ac:spMk id="2" creationId="{7898AA69-6BEF-4B95-9A75-AAAF73171C60}"/>
          </ac:spMkLst>
        </pc:spChg>
        <pc:spChg chg="mod">
          <ac:chgData name="Noritsuna Imamura" userId="5b2da16fa1785921" providerId="LiveId" clId="{48082228-C27F-4E20-9B05-69EFA333094A}" dt="2025-06-07T15:11:43.249" v="3622" actId="113"/>
          <ac:spMkLst>
            <pc:docMk/>
            <pc:sldMk cId="2315567908" sldId="4656"/>
            <ac:spMk id="24" creationId="{2A9473CA-2EC0-F372-26E1-33BB16CBF6A4}"/>
          </ac:spMkLst>
        </pc:spChg>
        <pc:spChg chg="mod">
          <ac:chgData name="Noritsuna Imamura" userId="5b2da16fa1785921" providerId="LiveId" clId="{48082228-C27F-4E20-9B05-69EFA333094A}" dt="2025-06-07T15:11:39.996" v="3621" actId="113"/>
          <ac:spMkLst>
            <pc:docMk/>
            <pc:sldMk cId="2315567908" sldId="4656"/>
            <ac:spMk id="26" creationId="{4FA84B4F-1880-CCFC-F281-3629ADC9ABCB}"/>
          </ac:spMkLst>
        </pc:spChg>
        <pc:spChg chg="mod">
          <ac:chgData name="Noritsuna Imamura" userId="5b2da16fa1785921" providerId="LiveId" clId="{48082228-C27F-4E20-9B05-69EFA333094A}" dt="2025-06-07T15:11:39.996" v="3621" actId="113"/>
          <ac:spMkLst>
            <pc:docMk/>
            <pc:sldMk cId="2315567908" sldId="4656"/>
            <ac:spMk id="39" creationId="{D1F07156-437E-FE69-40F1-647786DB3CD6}"/>
          </ac:spMkLst>
        </pc:spChg>
        <pc:grpChg chg="mod">
          <ac:chgData name="Noritsuna Imamura" userId="5b2da16fa1785921" providerId="LiveId" clId="{48082228-C27F-4E20-9B05-69EFA333094A}" dt="2025-06-07T15:11:39.996" v="3621" actId="113"/>
          <ac:grpSpMkLst>
            <pc:docMk/>
            <pc:sldMk cId="2315567908" sldId="4656"/>
            <ac:grpSpMk id="41" creationId="{170AFFBB-D78F-1AFD-2946-3027435D4C2E}"/>
          </ac:grpSpMkLst>
        </pc:grpChg>
        <pc:picChg chg="mod">
          <ac:chgData name="Noritsuna Imamura" userId="5b2da16fa1785921" providerId="LiveId" clId="{48082228-C27F-4E20-9B05-69EFA333094A}" dt="2025-06-07T15:11:39.996" v="3621" actId="113"/>
          <ac:picMkLst>
            <pc:docMk/>
            <pc:sldMk cId="2315567908" sldId="4656"/>
            <ac:picMk id="22" creationId="{D542D32D-94FF-96DD-2C5E-FEF94D22856E}"/>
          </ac:picMkLst>
        </pc:picChg>
        <pc:cxnChg chg="mod">
          <ac:chgData name="Noritsuna Imamura" userId="5b2da16fa1785921" providerId="LiveId" clId="{48082228-C27F-4E20-9B05-69EFA333094A}" dt="2025-06-07T15:11:39.996" v="3621" actId="113"/>
          <ac:cxnSpMkLst>
            <pc:docMk/>
            <pc:sldMk cId="2315567908" sldId="4656"/>
            <ac:cxnSpMk id="23" creationId="{8D395395-C495-F0C2-A0C7-86EAC6ACA1F6}"/>
          </ac:cxnSpMkLst>
        </pc:cxnChg>
      </pc:sldChg>
      <pc:sldChg chg="addSp delSp modSp new mod setBg">
        <pc:chgData name="Noritsuna Imamura" userId="5b2da16fa1785921" providerId="LiveId" clId="{48082228-C27F-4E20-9B05-69EFA333094A}" dt="2025-06-09T13:33:10.597" v="4325" actId="113"/>
        <pc:sldMkLst>
          <pc:docMk/>
          <pc:sldMk cId="150830992" sldId="4657"/>
        </pc:sldMkLst>
        <pc:spChg chg="mod">
          <ac:chgData name="Noritsuna Imamura" userId="5b2da16fa1785921" providerId="LiveId" clId="{48082228-C27F-4E20-9B05-69EFA333094A}" dt="2025-06-09T13:27:58.091" v="4235" actId="20577"/>
          <ac:spMkLst>
            <pc:docMk/>
            <pc:sldMk cId="150830992" sldId="4657"/>
            <ac:spMk id="2" creationId="{C79E8F44-B3DD-11C4-1774-24FC0336F9AC}"/>
          </ac:spMkLst>
        </pc:spChg>
        <pc:spChg chg="mod">
          <ac:chgData name="Noritsuna Imamura" userId="5b2da16fa1785921" providerId="LiveId" clId="{48082228-C27F-4E20-9B05-69EFA333094A}" dt="2025-06-09T13:33:10.597" v="4325" actId="113"/>
          <ac:spMkLst>
            <pc:docMk/>
            <pc:sldMk cId="150830992" sldId="4657"/>
            <ac:spMk id="3" creationId="{FF443677-74B7-98D0-2FDF-5A94A5FC6265}"/>
          </ac:spMkLst>
        </pc:spChg>
        <pc:spChg chg="add mod">
          <ac:chgData name="Noritsuna Imamura" userId="5b2da16fa1785921" providerId="LiveId" clId="{48082228-C27F-4E20-9B05-69EFA333094A}" dt="2025-06-09T13:25:03.125" v="4043" actId="164"/>
          <ac:spMkLst>
            <pc:docMk/>
            <pc:sldMk cId="150830992" sldId="4657"/>
            <ac:spMk id="8" creationId="{7CD8984C-3FB3-4C68-6D8B-A21CF07094C0}"/>
          </ac:spMkLst>
        </pc:spChg>
        <pc:spChg chg="add">
          <ac:chgData name="Noritsuna Imamura" userId="5b2da16fa1785921" providerId="LiveId" clId="{48082228-C27F-4E20-9B05-69EFA333094A}" dt="2025-06-09T13:25:09.773" v="4044" actId="26606"/>
          <ac:spMkLst>
            <pc:docMk/>
            <pc:sldMk cId="150830992" sldId="4657"/>
            <ac:spMk id="14" creationId="{9A724DBA-D2D9-471E-8ED7-2015DDD950DF}"/>
          </ac:spMkLst>
        </pc:spChg>
        <pc:spChg chg="add">
          <ac:chgData name="Noritsuna Imamura" userId="5b2da16fa1785921" providerId="LiveId" clId="{48082228-C27F-4E20-9B05-69EFA333094A}" dt="2025-06-09T13:25:09.773" v="4044" actId="26606"/>
          <ac:spMkLst>
            <pc:docMk/>
            <pc:sldMk cId="150830992" sldId="4657"/>
            <ac:spMk id="16" creationId="{08980754-6F4B-43C9-B9BE-127B6BED6586}"/>
          </ac:spMkLst>
        </pc:spChg>
        <pc:spChg chg="add">
          <ac:chgData name="Noritsuna Imamura" userId="5b2da16fa1785921" providerId="LiveId" clId="{48082228-C27F-4E20-9B05-69EFA333094A}" dt="2025-06-09T13:25:09.773" v="4044" actId="26606"/>
          <ac:spMkLst>
            <pc:docMk/>
            <pc:sldMk cId="150830992" sldId="4657"/>
            <ac:spMk id="18" creationId="{2C1BBA94-3F40-40AA-8BB9-E69E25E537C1}"/>
          </ac:spMkLst>
        </pc:spChg>
        <pc:spChg chg="add">
          <ac:chgData name="Noritsuna Imamura" userId="5b2da16fa1785921" providerId="LiveId" clId="{48082228-C27F-4E20-9B05-69EFA333094A}" dt="2025-06-09T13:25:09.773" v="4044" actId="26606"/>
          <ac:spMkLst>
            <pc:docMk/>
            <pc:sldMk cId="150830992" sldId="4657"/>
            <ac:spMk id="20" creationId="{169CC832-2974-4E8D-90ED-3E2941BA7336}"/>
          </ac:spMkLst>
        </pc:spChg>
        <pc:spChg chg="add">
          <ac:chgData name="Noritsuna Imamura" userId="5b2da16fa1785921" providerId="LiveId" clId="{48082228-C27F-4E20-9B05-69EFA333094A}" dt="2025-06-09T13:25:09.773" v="4044" actId="26606"/>
          <ac:spMkLst>
            <pc:docMk/>
            <pc:sldMk cId="150830992" sldId="4657"/>
            <ac:spMk id="22" creationId="{55222F96-971A-4F90-B841-6BAB416C7AC1}"/>
          </ac:spMkLst>
        </pc:spChg>
        <pc:grpChg chg="add mod">
          <ac:chgData name="Noritsuna Imamura" userId="5b2da16fa1785921" providerId="LiveId" clId="{48082228-C27F-4E20-9B05-69EFA333094A}" dt="2025-06-09T13:25:09.773" v="4044" actId="26606"/>
          <ac:grpSpMkLst>
            <pc:docMk/>
            <pc:sldMk cId="150830992" sldId="4657"/>
            <ac:grpSpMk id="9" creationId="{2EBF9E8D-66CD-4E12-65FE-9B88ACF14D3C}"/>
          </ac:grpSpMkLst>
        </pc:grpChg>
        <pc:picChg chg="add mod">
          <ac:chgData name="Noritsuna Imamura" userId="5b2da16fa1785921" providerId="LiveId" clId="{48082228-C27F-4E20-9B05-69EFA333094A}" dt="2025-06-09T13:25:03.125" v="4043" actId="164"/>
          <ac:picMkLst>
            <pc:docMk/>
            <pc:sldMk cId="150830992" sldId="4657"/>
            <ac:picMk id="5" creationId="{5273C9D7-DC5B-1E38-6614-D537A30DE43C}"/>
          </ac:picMkLst>
        </pc:picChg>
        <pc:cxnChg chg="add mod">
          <ac:chgData name="Noritsuna Imamura" userId="5b2da16fa1785921" providerId="LiveId" clId="{48082228-C27F-4E20-9B05-69EFA333094A}" dt="2025-06-09T13:25:03.125" v="4043" actId="164"/>
          <ac:cxnSpMkLst>
            <pc:docMk/>
            <pc:sldMk cId="150830992" sldId="4657"/>
            <ac:cxnSpMk id="7" creationId="{10E80A2B-7DE0-C62E-B6B1-407CA1FF14CD}"/>
          </ac:cxnSpMkLst>
        </pc:cxnChg>
      </pc:sldChg>
      <pc:sldChg chg="addSp delSp modSp new add del mod setBg">
        <pc:chgData name="Noritsuna Imamura" userId="5b2da16fa1785921" providerId="LiveId" clId="{48082228-C27F-4E20-9B05-69EFA333094A}" dt="2025-06-10T18:12:55.057" v="13253" actId="1076"/>
        <pc:sldMkLst>
          <pc:docMk/>
          <pc:sldMk cId="1951511423" sldId="4658"/>
        </pc:sldMkLst>
        <pc:spChg chg="mod">
          <ac:chgData name="Noritsuna Imamura" userId="5b2da16fa1785921" providerId="LiveId" clId="{48082228-C27F-4E20-9B05-69EFA333094A}" dt="2025-06-09T20:25:37.725" v="7664" actId="26606"/>
          <ac:spMkLst>
            <pc:docMk/>
            <pc:sldMk cId="1951511423" sldId="4658"/>
            <ac:spMk id="2" creationId="{A15B08C0-7977-28CD-8A95-4DF04EF68A00}"/>
          </ac:spMkLst>
        </pc:spChg>
        <pc:spChg chg="mod">
          <ac:chgData name="Noritsuna Imamura" userId="5b2da16fa1785921" providerId="LiveId" clId="{48082228-C27F-4E20-9B05-69EFA333094A}" dt="2025-06-09T20:40:24.678" v="7950" actId="20577"/>
          <ac:spMkLst>
            <pc:docMk/>
            <pc:sldMk cId="1951511423" sldId="4658"/>
            <ac:spMk id="3" creationId="{FA05F332-C975-4F16-88C0-88AB8CA941FE}"/>
          </ac:spMkLst>
        </pc:spChg>
        <pc:spChg chg="add mod">
          <ac:chgData name="Noritsuna Imamura" userId="5b2da16fa1785921" providerId="LiveId" clId="{48082228-C27F-4E20-9B05-69EFA333094A}" dt="2025-06-10T18:12:55.057" v="13253" actId="1076"/>
          <ac:spMkLst>
            <pc:docMk/>
            <pc:sldMk cId="1951511423" sldId="4658"/>
            <ac:spMk id="4" creationId="{D1883C51-7F4B-3AC7-265E-04F1ABE3C540}"/>
          </ac:spMkLst>
        </pc:spChg>
        <pc:spChg chg="add">
          <ac:chgData name="Noritsuna Imamura" userId="5b2da16fa1785921" providerId="LiveId" clId="{48082228-C27F-4E20-9B05-69EFA333094A}" dt="2025-06-09T20:27:17.517" v="7772" actId="26606"/>
          <ac:spMkLst>
            <pc:docMk/>
            <pc:sldMk cId="1951511423" sldId="4658"/>
            <ac:spMk id="21" creationId="{10EB215C-7839-4CEA-AA02-B8F7755F9CE9}"/>
          </ac:spMkLst>
        </pc:spChg>
        <pc:spChg chg="add">
          <ac:chgData name="Noritsuna Imamura" userId="5b2da16fa1785921" providerId="LiveId" clId="{48082228-C27F-4E20-9B05-69EFA333094A}" dt="2025-06-09T20:27:17.517" v="7772" actId="26606"/>
          <ac:spMkLst>
            <pc:docMk/>
            <pc:sldMk cId="1951511423" sldId="4658"/>
            <ac:spMk id="23" creationId="{91011C6D-05BE-4D99-8C11-A0E478B12996}"/>
          </ac:spMkLst>
        </pc:spChg>
        <pc:spChg chg="add">
          <ac:chgData name="Noritsuna Imamura" userId="5b2da16fa1785921" providerId="LiveId" clId="{48082228-C27F-4E20-9B05-69EFA333094A}" dt="2025-06-09T20:27:17.517" v="7772" actId="26606"/>
          <ac:spMkLst>
            <pc:docMk/>
            <pc:sldMk cId="1951511423" sldId="4658"/>
            <ac:spMk id="25" creationId="{3B9FD11D-7561-43C8-BE54-00D7DCF0E211}"/>
          </ac:spMkLst>
        </pc:spChg>
        <pc:spChg chg="add">
          <ac:chgData name="Noritsuna Imamura" userId="5b2da16fa1785921" providerId="LiveId" clId="{48082228-C27F-4E20-9B05-69EFA333094A}" dt="2025-06-09T20:27:17.517" v="7772" actId="26606"/>
          <ac:spMkLst>
            <pc:docMk/>
            <pc:sldMk cId="1951511423" sldId="4658"/>
            <ac:spMk id="27" creationId="{6BFFEA99-E831-4C3B-8D16-0EA4AB33FFCA}"/>
          </ac:spMkLst>
        </pc:spChg>
        <pc:picChg chg="add mod">
          <ac:chgData name="Noritsuna Imamura" userId="5b2da16fa1785921" providerId="LiveId" clId="{48082228-C27F-4E20-9B05-69EFA333094A}" dt="2025-06-09T20:25:37.725" v="7664" actId="26606"/>
          <ac:picMkLst>
            <pc:docMk/>
            <pc:sldMk cId="1951511423" sldId="4658"/>
            <ac:picMk id="5" creationId="{A7FEFC24-6B94-47B9-49D2-8A40103C38A8}"/>
          </ac:picMkLst>
        </pc:picChg>
        <pc:picChg chg="add mod">
          <ac:chgData name="Noritsuna Imamura" userId="5b2da16fa1785921" providerId="LiveId" clId="{48082228-C27F-4E20-9B05-69EFA333094A}" dt="2025-06-09T20:40:47.255" v="7959" actId="14100"/>
          <ac:picMkLst>
            <pc:docMk/>
            <pc:sldMk cId="1951511423" sldId="4658"/>
            <ac:picMk id="9" creationId="{B00ADF48-3538-F10B-DFC3-98E67BB8DA16}"/>
          </ac:picMkLst>
        </pc:picChg>
        <pc:picChg chg="add mod modCrop">
          <ac:chgData name="Noritsuna Imamura" userId="5b2da16fa1785921" providerId="LiveId" clId="{48082228-C27F-4E20-9B05-69EFA333094A}" dt="2025-06-09T20:40:37.894" v="7955" actId="14100"/>
          <ac:picMkLst>
            <pc:docMk/>
            <pc:sldMk cId="1951511423" sldId="4658"/>
            <ac:picMk id="13" creationId="{E00FD4E1-A1A7-56C2-A67D-CF6886CA64C0}"/>
          </ac:picMkLst>
        </pc:picChg>
        <pc:picChg chg="add mod ord">
          <ac:chgData name="Noritsuna Imamura" userId="5b2da16fa1785921" providerId="LiveId" clId="{48082228-C27F-4E20-9B05-69EFA333094A}" dt="2025-06-09T20:40:28.946" v="7951" actId="1076"/>
          <ac:picMkLst>
            <pc:docMk/>
            <pc:sldMk cId="1951511423" sldId="4658"/>
            <ac:picMk id="17" creationId="{FE65418E-A834-CAAC-E5E5-F2198DFAF537}"/>
          </ac:picMkLst>
        </pc:picChg>
        <pc:picChg chg="add mod">
          <ac:chgData name="Noritsuna Imamura" userId="5b2da16fa1785921" providerId="LiveId" clId="{48082228-C27F-4E20-9B05-69EFA333094A}" dt="2025-06-09T20:40:59.292" v="7963" actId="1076"/>
          <ac:picMkLst>
            <pc:docMk/>
            <pc:sldMk cId="1951511423" sldId="4658"/>
            <ac:picMk id="19" creationId="{E23B08B2-43AC-C88B-8479-DA2AED374EEB}"/>
          </ac:picMkLst>
        </pc:picChg>
      </pc:sldChg>
      <pc:sldChg chg="addSp delSp modSp new mod ord setBg">
        <pc:chgData name="Noritsuna Imamura" userId="5b2da16fa1785921" providerId="LiveId" clId="{48082228-C27F-4E20-9B05-69EFA333094A}" dt="2025-06-10T15:36:19.680" v="11678"/>
        <pc:sldMkLst>
          <pc:docMk/>
          <pc:sldMk cId="3078711429" sldId="4659"/>
        </pc:sldMkLst>
        <pc:spChg chg="mod">
          <ac:chgData name="Noritsuna Imamura" userId="5b2da16fa1785921" providerId="LiveId" clId="{48082228-C27F-4E20-9B05-69EFA333094A}" dt="2025-06-09T21:53:37.710" v="9280" actId="20577"/>
          <ac:spMkLst>
            <pc:docMk/>
            <pc:sldMk cId="3078711429" sldId="4659"/>
            <ac:spMk id="2" creationId="{9FE50359-68C2-5C86-0CAF-4C148CD53A72}"/>
          </ac:spMkLst>
        </pc:spChg>
        <pc:spChg chg="add mod">
          <ac:chgData name="Noritsuna Imamura" userId="5b2da16fa1785921" providerId="LiveId" clId="{48082228-C27F-4E20-9B05-69EFA333094A}" dt="2025-06-09T21:58:22.070" v="9419" actId="1076"/>
          <ac:spMkLst>
            <pc:docMk/>
            <pc:sldMk cId="3078711429" sldId="4659"/>
            <ac:spMk id="6" creationId="{D3E62F4B-4597-51A9-DAB1-7D4F73AA7B0A}"/>
          </ac:spMkLst>
        </pc:spChg>
        <pc:spChg chg="add">
          <ac:chgData name="Noritsuna Imamura" userId="5b2da16fa1785921" providerId="LiveId" clId="{48082228-C27F-4E20-9B05-69EFA333094A}" dt="2025-06-09T21:53:36.144" v="9279" actId="26606"/>
          <ac:spMkLst>
            <pc:docMk/>
            <pc:sldMk cId="3078711429" sldId="4659"/>
            <ac:spMk id="10" creationId="{BA79A7CF-01AF-4178-9369-94E0C90EB046}"/>
          </ac:spMkLst>
        </pc:spChg>
        <pc:spChg chg="add">
          <ac:chgData name="Noritsuna Imamura" userId="5b2da16fa1785921" providerId="LiveId" clId="{48082228-C27F-4E20-9B05-69EFA333094A}" dt="2025-06-09T21:53:36.144" v="9279" actId="26606"/>
          <ac:spMkLst>
            <pc:docMk/>
            <pc:sldMk cId="3078711429" sldId="4659"/>
            <ac:spMk id="12" creationId="{99413ED5-9ED4-4772-BCE4-2BCAE6B12E35}"/>
          </ac:spMkLst>
        </pc:spChg>
        <pc:spChg chg="add">
          <ac:chgData name="Noritsuna Imamura" userId="5b2da16fa1785921" providerId="LiveId" clId="{48082228-C27F-4E20-9B05-69EFA333094A}" dt="2025-06-09T21:53:36.144" v="9279" actId="26606"/>
          <ac:spMkLst>
            <pc:docMk/>
            <pc:sldMk cId="3078711429" sldId="4659"/>
            <ac:spMk id="14" creationId="{04357C93-F0CB-4A1C-8F77-4E9063789819}"/>
          </ac:spMkLst>
        </pc:spChg>
        <pc:spChg chg="add">
          <ac:chgData name="Noritsuna Imamura" userId="5b2da16fa1785921" providerId="LiveId" clId="{48082228-C27F-4E20-9B05-69EFA333094A}" dt="2025-06-09T21:53:36.144" v="9279" actId="26606"/>
          <ac:spMkLst>
            <pc:docMk/>
            <pc:sldMk cId="3078711429" sldId="4659"/>
            <ac:spMk id="16" creationId="{90F533E9-6690-41A8-A372-4C6C622D028D}"/>
          </ac:spMkLst>
        </pc:spChg>
        <pc:picChg chg="add mod ord">
          <ac:chgData name="Noritsuna Imamura" userId="5b2da16fa1785921" providerId="LiveId" clId="{48082228-C27F-4E20-9B05-69EFA333094A}" dt="2025-06-09T21:53:36.144" v="9279" actId="26606"/>
          <ac:picMkLst>
            <pc:docMk/>
            <pc:sldMk cId="3078711429" sldId="4659"/>
            <ac:picMk id="5" creationId="{084B4044-409A-D514-034B-A60164F20B73}"/>
          </ac:picMkLst>
        </pc:picChg>
      </pc:sldChg>
      <pc:sldChg chg="modSp add mod ord">
        <pc:chgData name="Noritsuna Imamura" userId="5b2da16fa1785921" providerId="LiveId" clId="{48082228-C27F-4E20-9B05-69EFA333094A}" dt="2025-06-09T13:36:29.619" v="4353" actId="20577"/>
        <pc:sldMkLst>
          <pc:docMk/>
          <pc:sldMk cId="2442292273" sldId="4660"/>
        </pc:sldMkLst>
        <pc:spChg chg="mod">
          <ac:chgData name="Noritsuna Imamura" userId="5b2da16fa1785921" providerId="LiveId" clId="{48082228-C27F-4E20-9B05-69EFA333094A}" dt="2025-06-09T13:36:29.619" v="4353" actId="20577"/>
          <ac:spMkLst>
            <pc:docMk/>
            <pc:sldMk cId="2442292273" sldId="4660"/>
            <ac:spMk id="2" creationId="{16144EB2-8113-11FA-CA99-11F8CBB8C94E}"/>
          </ac:spMkLst>
        </pc:spChg>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pChg chg="mod">
          <ac:chgData name="Noritsuna Imamura" userId="5b2da16fa1785921" providerId="LiveId" clId="{48082228-C27F-4E20-9B05-69EFA333094A}" dt="2025-06-10T18:36:22.358" v="13747" actId="26606"/>
          <ac:spMkLst>
            <pc:docMk/>
            <pc:sldMk cId="3748391812" sldId="4662"/>
            <ac:spMk id="2" creationId="{E95AA37E-3899-D828-75CB-F38646363598}"/>
          </ac:spMkLst>
        </pc:spChg>
        <pc:spChg chg="mod">
          <ac:chgData name="Noritsuna Imamura" userId="5b2da16fa1785921" providerId="LiveId" clId="{48082228-C27F-4E20-9B05-69EFA333094A}" dt="2025-06-10T18:36:22.358" v="13747" actId="26606"/>
          <ac:spMkLst>
            <pc:docMk/>
            <pc:sldMk cId="3748391812" sldId="4662"/>
            <ac:spMk id="3" creationId="{97308E02-3231-B0E9-F2E0-A2F63579A63B}"/>
          </ac:spMkLst>
        </pc:spChg>
        <pc:spChg chg="add">
          <ac:chgData name="Noritsuna Imamura" userId="5b2da16fa1785921" providerId="LiveId" clId="{48082228-C27F-4E20-9B05-69EFA333094A}" dt="2025-06-10T18:36:22.358" v="13747" actId="26606"/>
          <ac:spMkLst>
            <pc:docMk/>
            <pc:sldMk cId="3748391812" sldId="4662"/>
            <ac:spMk id="8" creationId="{B6CDA21F-E7AF-4C75-8395-33F58D5B0E45}"/>
          </ac:spMkLst>
        </pc:spChg>
        <pc:spChg chg="add">
          <ac:chgData name="Noritsuna Imamura" userId="5b2da16fa1785921" providerId="LiveId" clId="{48082228-C27F-4E20-9B05-69EFA333094A}" dt="2025-06-10T18:36:22.358" v="13747" actId="26606"/>
          <ac:spMkLst>
            <pc:docMk/>
            <pc:sldMk cId="3748391812" sldId="4662"/>
            <ac:spMk id="15" creationId="{D5B0017B-2ECA-49AF-B397-DC140825DF8D}"/>
          </ac:spMkLst>
        </pc:spChg>
        <pc:grpChg chg="add">
          <ac:chgData name="Noritsuna Imamura" userId="5b2da16fa1785921" providerId="LiveId" clId="{48082228-C27F-4E20-9B05-69EFA333094A}" dt="2025-06-10T18:36:22.358" v="13747" actId="26606"/>
          <ac:grpSpMkLst>
            <pc:docMk/>
            <pc:sldMk cId="3748391812" sldId="4662"/>
            <ac:grpSpMk id="10" creationId="{AE1C45F0-260A-458C-96ED-C1F6D2151219}"/>
          </ac:grpSpMkLst>
        </pc:grpChg>
        <pc:cxnChg chg="add">
          <ac:chgData name="Noritsuna Imamura" userId="5b2da16fa1785921" providerId="LiveId" clId="{48082228-C27F-4E20-9B05-69EFA333094A}" dt="2025-06-10T18:36:22.358" v="13747" actId="26606"/>
          <ac:cxnSpMkLst>
            <pc:docMk/>
            <pc:sldMk cId="3748391812" sldId="4662"/>
            <ac:cxnSpMk id="17" creationId="{6CF1BAF6-AD41-4082-B212-8A1F9A2E8779}"/>
          </ac:cxnSpMkLst>
        </pc:cxnChg>
      </pc:sldChg>
      <pc:sldChg chg="modSp add mod">
        <pc:chgData name="Noritsuna Imamura" userId="5b2da16fa1785921" providerId="LiveId" clId="{48082228-C27F-4E20-9B05-69EFA333094A}" dt="2025-06-11T14:04:40.571" v="16269" actId="20577"/>
        <pc:sldMkLst>
          <pc:docMk/>
          <pc:sldMk cId="894552769" sldId="4663"/>
        </pc:sldMkLst>
        <pc:spChg chg="mod">
          <ac:chgData name="Noritsuna Imamura" userId="5b2da16fa1785921" providerId="LiveId" clId="{48082228-C27F-4E20-9B05-69EFA333094A}" dt="2025-06-11T14:04:40.571" v="16269" actId="20577"/>
          <ac:spMkLst>
            <pc:docMk/>
            <pc:sldMk cId="894552769" sldId="4663"/>
            <ac:spMk id="2" creationId="{38D2014F-9E9D-A2EF-E5BE-D28CE8BA8593}"/>
          </ac:spMkLst>
        </pc:spChg>
      </pc:sldChg>
      <pc:sldChg chg="addSp delSp modSp add mod">
        <pc:chgData name="Noritsuna Imamura" userId="5b2da16fa1785921" providerId="LiveId" clId="{48082228-C27F-4E20-9B05-69EFA333094A}" dt="2025-06-10T02:08:51.699" v="11024" actId="20577"/>
        <pc:sldMkLst>
          <pc:docMk/>
          <pc:sldMk cId="2312742665" sldId="4664"/>
        </pc:sldMkLst>
        <pc:spChg chg="mod">
          <ac:chgData name="Noritsuna Imamura" userId="5b2da16fa1785921" providerId="LiveId" clId="{48082228-C27F-4E20-9B05-69EFA333094A}" dt="2025-06-09T14:09:42.810" v="4443" actId="20577"/>
          <ac:spMkLst>
            <pc:docMk/>
            <pc:sldMk cId="2312742665" sldId="4664"/>
            <ac:spMk id="2" creationId="{7F0D357C-90C9-C6C2-8669-708CCBDE31AC}"/>
          </ac:spMkLst>
        </pc:spChg>
        <pc:graphicFrameChg chg="add mod">
          <ac:chgData name="Noritsuna Imamura" userId="5b2da16fa1785921" providerId="LiveId" clId="{48082228-C27F-4E20-9B05-69EFA333094A}" dt="2025-06-10T02:08:51.699" v="11024" actId="20577"/>
          <ac:graphicFrameMkLst>
            <pc:docMk/>
            <pc:sldMk cId="2312742665" sldId="4664"/>
            <ac:graphicFrameMk id="5" creationId="{CF426E30-025E-3A9D-688D-78EA161771DA}"/>
          </ac:graphicFrameMkLst>
        </pc:graphicFrameChg>
      </pc:sldChg>
      <pc:sldChg chg="addSp delSp modSp new mod setBg">
        <pc:chgData name="Noritsuna Imamura" userId="5b2da16fa1785921" providerId="LiveId" clId="{48082228-C27F-4E20-9B05-69EFA333094A}" dt="2025-06-10T18:32:21.998" v="13580" actId="20577"/>
        <pc:sldMkLst>
          <pc:docMk/>
          <pc:sldMk cId="683445105" sldId="4665"/>
        </pc:sldMkLst>
        <pc:spChg chg="mod">
          <ac:chgData name="Noritsuna Imamura" userId="5b2da16fa1785921" providerId="LiveId" clId="{48082228-C27F-4E20-9B05-69EFA333094A}" dt="2025-06-10T18:31:35.875" v="13554" actId="14100"/>
          <ac:spMkLst>
            <pc:docMk/>
            <pc:sldMk cId="683445105" sldId="4665"/>
            <ac:spMk id="2" creationId="{412394A7-0579-4D20-D01D-1E77DAC3527E}"/>
          </ac:spMkLst>
        </pc:spChg>
        <pc:spChg chg="mod">
          <ac:chgData name="Noritsuna Imamura" userId="5b2da16fa1785921" providerId="LiveId" clId="{48082228-C27F-4E20-9B05-69EFA333094A}" dt="2025-06-10T18:32:21.998" v="13580" actId="20577"/>
          <ac:spMkLst>
            <pc:docMk/>
            <pc:sldMk cId="683445105" sldId="4665"/>
            <ac:spMk id="3" creationId="{68236677-35E6-B34C-ADAF-7F49E92D5C06}"/>
          </ac:spMkLst>
        </pc:spChg>
        <pc:spChg chg="add">
          <ac:chgData name="Noritsuna Imamura" userId="5b2da16fa1785921" providerId="LiveId" clId="{48082228-C27F-4E20-9B05-69EFA333094A}" dt="2025-06-10T18:31:31.826" v="13553" actId="26606"/>
          <ac:spMkLst>
            <pc:docMk/>
            <pc:sldMk cId="683445105" sldId="4665"/>
            <ac:spMk id="7234" creationId="{AAAE94E3-A7DB-4868-B1E3-E49703488BBC}"/>
          </ac:spMkLst>
        </pc:spChg>
        <pc:spChg chg="add">
          <ac:chgData name="Noritsuna Imamura" userId="5b2da16fa1785921" providerId="LiveId" clId="{48082228-C27F-4E20-9B05-69EFA333094A}" dt="2025-06-10T18:31:31.826" v="13553" actId="26606"/>
          <ac:spMkLst>
            <pc:docMk/>
            <pc:sldMk cId="683445105" sldId="4665"/>
            <ac:spMk id="7240" creationId="{3873B707-463F-40B0-8227-E8CC6C67EB25}"/>
          </ac:spMkLst>
        </pc:spChg>
        <pc:spChg chg="add">
          <ac:chgData name="Noritsuna Imamura" userId="5b2da16fa1785921" providerId="LiveId" clId="{48082228-C27F-4E20-9B05-69EFA333094A}" dt="2025-06-10T18:31:31.826" v="13553" actId="26606"/>
          <ac:spMkLst>
            <pc:docMk/>
            <pc:sldMk cId="683445105" sldId="4665"/>
            <ac:spMk id="7242" creationId="{C13237C8-E62C-4F0D-A318-BD6FB6C2D138}"/>
          </ac:spMkLst>
        </pc:spChg>
        <pc:spChg chg="add">
          <ac:chgData name="Noritsuna Imamura" userId="5b2da16fa1785921" providerId="LiveId" clId="{48082228-C27F-4E20-9B05-69EFA333094A}" dt="2025-06-10T18:31:31.826" v="13553" actId="26606"/>
          <ac:spMkLst>
            <pc:docMk/>
            <pc:sldMk cId="683445105" sldId="4665"/>
            <ac:spMk id="7244" creationId="{19C9EAEA-39D0-4B0E-A0EB-51E7B26740B1}"/>
          </ac:spMkLst>
        </pc:spChg>
        <pc:picChg chg="add mod ord">
          <ac:chgData name="Noritsuna Imamura" userId="5b2da16fa1785921" providerId="LiveId" clId="{48082228-C27F-4E20-9B05-69EFA333094A}" dt="2025-06-10T18:26:25.727" v="13390" actId="26606"/>
          <ac:picMkLst>
            <pc:docMk/>
            <pc:sldMk cId="683445105" sldId="4665"/>
            <ac:picMk id="7170" creationId="{10B4ACFF-E41D-276F-AF15-49005DD75710}"/>
          </ac:picMkLst>
        </pc:picChg>
        <pc:picChg chg="add del mod">
          <ac:chgData name="Noritsuna Imamura" userId="5b2da16fa1785921" providerId="LiveId" clId="{48082228-C27F-4E20-9B05-69EFA333094A}" dt="2025-06-10T18:27:43.276" v="13399" actId="478"/>
          <ac:picMkLst>
            <pc:docMk/>
            <pc:sldMk cId="683445105" sldId="4665"/>
            <ac:picMk id="7172" creationId="{6066A312-49CF-D6C2-7CBD-6645F96CEECF}"/>
          </ac:picMkLst>
        </pc:picChg>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pChg chg="mod">
          <ac:chgData name="Noritsuna Imamura" userId="5b2da16fa1785921" providerId="LiveId" clId="{48082228-C27F-4E20-9B05-69EFA333094A}" dt="2025-06-09T16:04:34.804" v="5411" actId="26606"/>
          <ac:spMkLst>
            <pc:docMk/>
            <pc:sldMk cId="2830845562" sldId="4667"/>
            <ac:spMk id="2" creationId="{14BCFCDF-967D-82C9-E5EE-A8342B89D28C}"/>
          </ac:spMkLst>
        </pc:spChg>
        <pc:spChg chg="mod">
          <ac:chgData name="Noritsuna Imamura" userId="5b2da16fa1785921" providerId="LiveId" clId="{48082228-C27F-4E20-9B05-69EFA333094A}" dt="2025-06-09T16:07:12.699" v="5506" actId="20577"/>
          <ac:spMkLst>
            <pc:docMk/>
            <pc:sldMk cId="2830845562" sldId="4667"/>
            <ac:spMk id="3" creationId="{811BAB4C-8997-E4F7-2E82-49C1B38E43B2}"/>
          </ac:spMkLst>
        </pc:spChg>
        <pc:spChg chg="add mod">
          <ac:chgData name="Noritsuna Imamura" userId="5b2da16fa1785921" providerId="LiveId" clId="{48082228-C27F-4E20-9B05-69EFA333094A}" dt="2025-06-09T16:02:30.076" v="5336" actId="164"/>
          <ac:spMkLst>
            <pc:docMk/>
            <pc:sldMk cId="2830845562" sldId="4667"/>
            <ac:spMk id="6" creationId="{23C5E2C9-2761-823E-D5FF-48592148D8C0}"/>
          </ac:spMkLst>
        </pc:spChg>
        <pc:spChg chg="add mod">
          <ac:chgData name="Noritsuna Imamura" userId="5b2da16fa1785921" providerId="LiveId" clId="{48082228-C27F-4E20-9B05-69EFA333094A}" dt="2025-06-09T16:02:30.076" v="5336" actId="164"/>
          <ac:spMkLst>
            <pc:docMk/>
            <pc:sldMk cId="2830845562" sldId="4667"/>
            <ac:spMk id="13" creationId="{02538803-0D31-A6A9-0797-12458D314D9E}"/>
          </ac:spMkLst>
        </pc:spChg>
        <pc:spChg chg="add mod">
          <ac:chgData name="Noritsuna Imamura" userId="5b2da16fa1785921" providerId="LiveId" clId="{48082228-C27F-4E20-9B05-69EFA333094A}" dt="2025-06-09T16:02:30.076" v="5336" actId="164"/>
          <ac:spMkLst>
            <pc:docMk/>
            <pc:sldMk cId="2830845562" sldId="4667"/>
            <ac:spMk id="14" creationId="{E3EAE80F-48A9-039F-D38B-14033B7C669C}"/>
          </ac:spMkLst>
        </pc:spChg>
        <pc:spChg chg="add">
          <ac:chgData name="Noritsuna Imamura" userId="5b2da16fa1785921" providerId="LiveId" clId="{48082228-C27F-4E20-9B05-69EFA333094A}" dt="2025-06-09T16:04:34.804" v="5411" actId="26606"/>
          <ac:spMkLst>
            <pc:docMk/>
            <pc:sldMk cId="2830845562" sldId="4667"/>
            <ac:spMk id="20" creationId="{058A14AF-9FB5-4CC7-BA35-E8E85D3EDF0E}"/>
          </ac:spMkLst>
        </pc:spChg>
        <pc:spChg chg="add">
          <ac:chgData name="Noritsuna Imamura" userId="5b2da16fa1785921" providerId="LiveId" clId="{48082228-C27F-4E20-9B05-69EFA333094A}" dt="2025-06-09T16:04:34.804" v="5411" actId="26606"/>
          <ac:spMkLst>
            <pc:docMk/>
            <pc:sldMk cId="2830845562" sldId="4667"/>
            <ac:spMk id="22" creationId="{3A9A4357-BD1D-4622-A4FE-766E6AB8DE84}"/>
          </ac:spMkLst>
        </pc:spChg>
        <pc:spChg chg="add">
          <ac:chgData name="Noritsuna Imamura" userId="5b2da16fa1785921" providerId="LiveId" clId="{48082228-C27F-4E20-9B05-69EFA333094A}" dt="2025-06-09T16:04:34.804" v="5411" actId="26606"/>
          <ac:spMkLst>
            <pc:docMk/>
            <pc:sldMk cId="2830845562" sldId="4667"/>
            <ac:spMk id="24" creationId="{E659831F-0D9A-4C63-9EBB-8435B85A440F}"/>
          </ac:spMkLst>
        </pc:spChg>
        <pc:spChg chg="add">
          <ac:chgData name="Noritsuna Imamura" userId="5b2da16fa1785921" providerId="LiveId" clId="{48082228-C27F-4E20-9B05-69EFA333094A}" dt="2025-06-09T16:04:34.804" v="5411" actId="26606"/>
          <ac:spMkLst>
            <pc:docMk/>
            <pc:sldMk cId="2830845562" sldId="4667"/>
            <ac:spMk id="26" creationId="{E6995CE5-F890-4ABA-82A2-26507CE8D2A3}"/>
          </ac:spMkLst>
        </pc:spChg>
        <pc:grpChg chg="add mod">
          <ac:chgData name="Noritsuna Imamura" userId="5b2da16fa1785921" providerId="LiveId" clId="{48082228-C27F-4E20-9B05-69EFA333094A}" dt="2025-06-09T16:04:54.086" v="5418" actId="1076"/>
          <ac:grpSpMkLst>
            <pc:docMk/>
            <pc:sldMk cId="2830845562" sldId="4667"/>
            <ac:grpSpMk id="15" creationId="{5B68AA83-CA72-0655-9055-0424D39576CD}"/>
          </ac:grpSpMkLst>
        </pc:grpChg>
        <pc:cxnChg chg="add mod">
          <ac:chgData name="Noritsuna Imamura" userId="5b2da16fa1785921" providerId="LiveId" clId="{48082228-C27F-4E20-9B05-69EFA333094A}" dt="2025-06-09T16:02:30.076" v="5336" actId="164"/>
          <ac:cxnSpMkLst>
            <pc:docMk/>
            <pc:sldMk cId="2830845562" sldId="4667"/>
            <ac:cxnSpMk id="7" creationId="{4F079F17-C70B-EE64-5898-005F7347AA84}"/>
          </ac:cxnSpMkLst>
        </pc:cxnChg>
        <pc:cxnChg chg="add mod">
          <ac:chgData name="Noritsuna Imamura" userId="5b2da16fa1785921" providerId="LiveId" clId="{48082228-C27F-4E20-9B05-69EFA333094A}" dt="2025-06-09T16:02:30.076" v="5336" actId="164"/>
          <ac:cxnSpMkLst>
            <pc:docMk/>
            <pc:sldMk cId="2830845562" sldId="4667"/>
            <ac:cxnSpMk id="8" creationId="{C2FED223-74B8-55B0-F6D2-C1CCB57A72C5}"/>
          </ac:cxnSpMkLst>
        </pc:cxnChg>
        <pc:cxnChg chg="add mod">
          <ac:chgData name="Noritsuna Imamura" userId="5b2da16fa1785921" providerId="LiveId" clId="{48082228-C27F-4E20-9B05-69EFA333094A}" dt="2025-06-09T16:02:30.076" v="5336" actId="164"/>
          <ac:cxnSpMkLst>
            <pc:docMk/>
            <pc:sldMk cId="2830845562" sldId="4667"/>
            <ac:cxnSpMk id="9" creationId="{A47672E2-6B59-C4A4-4F99-2F888A392CD5}"/>
          </ac:cxnSpMkLst>
        </pc:cxnChg>
        <pc:cxnChg chg="add mod">
          <ac:chgData name="Noritsuna Imamura" userId="5b2da16fa1785921" providerId="LiveId" clId="{48082228-C27F-4E20-9B05-69EFA333094A}" dt="2025-06-09T16:02:30.076" v="5336" actId="164"/>
          <ac:cxnSpMkLst>
            <pc:docMk/>
            <pc:sldMk cId="2830845562" sldId="4667"/>
            <ac:cxnSpMk id="10" creationId="{4FE7E0E0-2117-026A-84E3-D15BEEB2B480}"/>
          </ac:cxnSpMkLst>
        </pc:cxnChg>
        <pc:cxnChg chg="add mod">
          <ac:chgData name="Noritsuna Imamura" userId="5b2da16fa1785921" providerId="LiveId" clId="{48082228-C27F-4E20-9B05-69EFA333094A}" dt="2025-06-09T16:02:30.076" v="5336" actId="164"/>
          <ac:cxnSpMkLst>
            <pc:docMk/>
            <pc:sldMk cId="2830845562" sldId="4667"/>
            <ac:cxnSpMk id="11" creationId="{2FC3B105-159D-F108-FF05-320C8E70224C}"/>
          </ac:cxnSpMkLst>
        </pc:cxnChg>
        <pc:cxnChg chg="add mod">
          <ac:chgData name="Noritsuna Imamura" userId="5b2da16fa1785921" providerId="LiveId" clId="{48082228-C27F-4E20-9B05-69EFA333094A}" dt="2025-06-09T16:02:30.076" v="5336" actId="164"/>
          <ac:cxnSpMkLst>
            <pc:docMk/>
            <pc:sldMk cId="2830845562" sldId="4667"/>
            <ac:cxnSpMk id="12" creationId="{CEDBEFBA-5960-9808-CB58-0F8B90C765B4}"/>
          </ac:cxnSpMkLst>
        </pc:cxnChg>
      </pc:sldChg>
      <pc:sldChg chg="addSp delSp modSp new mod setBg">
        <pc:chgData name="Noritsuna Imamura" userId="5b2da16fa1785921" providerId="LiveId" clId="{48082228-C27F-4E20-9B05-69EFA333094A}" dt="2025-06-09T16:54:26.184" v="5704" actId="1076"/>
        <pc:sldMkLst>
          <pc:docMk/>
          <pc:sldMk cId="1999777788" sldId="4668"/>
        </pc:sldMkLst>
        <pc:spChg chg="mod">
          <ac:chgData name="Noritsuna Imamura" userId="5b2da16fa1785921" providerId="LiveId" clId="{48082228-C27F-4E20-9B05-69EFA333094A}" dt="2025-06-09T16:42:21.729" v="5577" actId="26606"/>
          <ac:spMkLst>
            <pc:docMk/>
            <pc:sldMk cId="1999777788" sldId="4668"/>
            <ac:spMk id="2" creationId="{A22CC2ED-DB1F-AC94-186D-0AAA93596036}"/>
          </ac:spMkLst>
        </pc:spChg>
        <pc:spChg chg="add mod">
          <ac:chgData name="Noritsuna Imamura" userId="5b2da16fa1785921" providerId="LiveId" clId="{48082228-C27F-4E20-9B05-69EFA333094A}" dt="2025-06-09T16:32:03.370" v="5509" actId="164"/>
          <ac:spMkLst>
            <pc:docMk/>
            <pc:sldMk cId="1999777788" sldId="4668"/>
            <ac:spMk id="4" creationId="{6610F98C-0CE8-2611-7B72-49503259B061}"/>
          </ac:spMkLst>
        </pc:spChg>
        <pc:spChg chg="mod">
          <ac:chgData name="Noritsuna Imamura" userId="5b2da16fa1785921" providerId="LiveId" clId="{48082228-C27F-4E20-9B05-69EFA333094A}" dt="2025-06-09T16:32:03.370" v="5509" actId="164"/>
          <ac:spMkLst>
            <pc:docMk/>
            <pc:sldMk cId="1999777788" sldId="4668"/>
            <ac:spMk id="7" creationId="{1B003064-3300-DB03-8FFD-F92FA19BFDF3}"/>
          </ac:spMkLst>
        </pc:spChg>
        <pc:spChg chg="add mod">
          <ac:chgData name="Noritsuna Imamura" userId="5b2da16fa1785921" providerId="LiveId" clId="{48082228-C27F-4E20-9B05-69EFA333094A}" dt="2025-06-09T16:32:03.370" v="5509" actId="164"/>
          <ac:spMkLst>
            <pc:docMk/>
            <pc:sldMk cId="1999777788" sldId="4668"/>
            <ac:spMk id="8" creationId="{A7E04AEE-1F4F-FF8E-B7C1-3091AC7AFDE3}"/>
          </ac:spMkLst>
        </pc:spChg>
        <pc:spChg chg="mod">
          <ac:chgData name="Noritsuna Imamura" userId="5b2da16fa1785921" providerId="LiveId" clId="{48082228-C27F-4E20-9B05-69EFA333094A}" dt="2025-06-09T16:32:03.370" v="5509" actId="164"/>
          <ac:spMkLst>
            <pc:docMk/>
            <pc:sldMk cId="1999777788" sldId="4668"/>
            <ac:spMk id="9" creationId="{CE489CB0-FEEB-E818-81D5-7F1EC266F7E7}"/>
          </ac:spMkLst>
        </pc:spChg>
        <pc:spChg chg="add mod">
          <ac:chgData name="Noritsuna Imamura" userId="5b2da16fa1785921" providerId="LiveId" clId="{48082228-C27F-4E20-9B05-69EFA333094A}" dt="2025-06-09T16:32:03.370" v="5509" actId="164"/>
          <ac:spMkLst>
            <pc:docMk/>
            <pc:sldMk cId="1999777788" sldId="4668"/>
            <ac:spMk id="10" creationId="{253225B3-7894-BA54-A15C-1217FBCA8704}"/>
          </ac:spMkLst>
        </pc:spChg>
        <pc:spChg chg="add mod">
          <ac:chgData name="Noritsuna Imamura" userId="5b2da16fa1785921" providerId="LiveId" clId="{48082228-C27F-4E20-9B05-69EFA333094A}" dt="2025-06-09T16:54:15.623" v="5701" actId="26606"/>
          <ac:spMkLst>
            <pc:docMk/>
            <pc:sldMk cId="1999777788" sldId="4668"/>
            <ac:spMk id="11" creationId="{EB4D65A8-21D5-5B74-283E-EA7B3265DBCE}"/>
          </ac:spMkLst>
        </pc:spChg>
        <pc:spChg chg="add mod">
          <ac:chgData name="Noritsuna Imamura" userId="5b2da16fa1785921" providerId="LiveId" clId="{48082228-C27F-4E20-9B05-69EFA333094A}" dt="2025-06-09T16:53:24.579" v="5689" actId="164"/>
          <ac:spMkLst>
            <pc:docMk/>
            <pc:sldMk cId="1999777788" sldId="4668"/>
            <ac:spMk id="28" creationId="{239AAA2E-495E-6D79-CA0E-F6864A21948F}"/>
          </ac:spMkLst>
        </pc:spChg>
        <pc:spChg chg="add mod">
          <ac:chgData name="Noritsuna Imamura" userId="5b2da16fa1785921" providerId="LiveId" clId="{48082228-C27F-4E20-9B05-69EFA333094A}" dt="2025-06-09T16:53:24.579" v="5689" actId="164"/>
          <ac:spMkLst>
            <pc:docMk/>
            <pc:sldMk cId="1999777788" sldId="4668"/>
            <ac:spMk id="33" creationId="{8E8D1E57-308C-E846-A67C-04C57037AF2D}"/>
          </ac:spMkLst>
        </pc:spChg>
        <pc:spChg chg="add mod">
          <ac:chgData name="Noritsuna Imamura" userId="5b2da16fa1785921" providerId="LiveId" clId="{48082228-C27F-4E20-9B05-69EFA333094A}" dt="2025-06-09T16:53:24.579" v="5689" actId="164"/>
          <ac:spMkLst>
            <pc:docMk/>
            <pc:sldMk cId="1999777788" sldId="4668"/>
            <ac:spMk id="37" creationId="{83ACC6DF-C184-91E5-A206-B6928BF7FDD0}"/>
          </ac:spMkLst>
        </pc:spChg>
        <pc:spChg chg="add mod">
          <ac:chgData name="Noritsuna Imamura" userId="5b2da16fa1785921" providerId="LiveId" clId="{48082228-C27F-4E20-9B05-69EFA333094A}" dt="2025-06-09T16:53:24.579" v="5689" actId="164"/>
          <ac:spMkLst>
            <pc:docMk/>
            <pc:sldMk cId="1999777788" sldId="4668"/>
            <ac:spMk id="39" creationId="{951E1719-C596-D575-C68C-2FB3D1C1777B}"/>
          </ac:spMkLst>
        </pc:spChg>
        <pc:spChg chg="add mod">
          <ac:chgData name="Noritsuna Imamura" userId="5b2da16fa1785921" providerId="LiveId" clId="{48082228-C27F-4E20-9B05-69EFA333094A}" dt="2025-06-09T16:53:24.579" v="5689" actId="164"/>
          <ac:spMkLst>
            <pc:docMk/>
            <pc:sldMk cId="1999777788" sldId="4668"/>
            <ac:spMk id="41" creationId="{9DA846C2-5881-E79F-2646-8301C83C7994}"/>
          </ac:spMkLst>
        </pc:spChg>
        <pc:spChg chg="add mod">
          <ac:chgData name="Noritsuna Imamura" userId="5b2da16fa1785921" providerId="LiveId" clId="{48082228-C27F-4E20-9B05-69EFA333094A}" dt="2025-06-09T16:53:24.579" v="5689" actId="164"/>
          <ac:spMkLst>
            <pc:docMk/>
            <pc:sldMk cId="1999777788" sldId="4668"/>
            <ac:spMk id="42" creationId="{6F8DF3BC-73A2-350F-D448-5A18E3CE1531}"/>
          </ac:spMkLst>
        </pc:spChg>
        <pc:spChg chg="add mod">
          <ac:chgData name="Noritsuna Imamura" userId="5b2da16fa1785921" providerId="LiveId" clId="{48082228-C27F-4E20-9B05-69EFA333094A}" dt="2025-06-09T16:53:24.579" v="5689" actId="164"/>
          <ac:spMkLst>
            <pc:docMk/>
            <pc:sldMk cId="1999777788" sldId="4668"/>
            <ac:spMk id="43" creationId="{5DF36EF6-937F-3FAC-EAD0-A006E2262B67}"/>
          </ac:spMkLst>
        </pc:spChg>
        <pc:spChg chg="add mod">
          <ac:chgData name="Noritsuna Imamura" userId="5b2da16fa1785921" providerId="LiveId" clId="{48082228-C27F-4E20-9B05-69EFA333094A}" dt="2025-06-09T16:53:24.579" v="5689" actId="164"/>
          <ac:spMkLst>
            <pc:docMk/>
            <pc:sldMk cId="1999777788" sldId="4668"/>
            <ac:spMk id="44" creationId="{551E1459-58B9-16FC-BB00-38F93D6E93A0}"/>
          </ac:spMkLst>
        </pc:spChg>
        <pc:spChg chg="add mod">
          <ac:chgData name="Noritsuna Imamura" userId="5b2da16fa1785921" providerId="LiveId" clId="{48082228-C27F-4E20-9B05-69EFA333094A}" dt="2025-06-09T16:53:24.579" v="5689" actId="164"/>
          <ac:spMkLst>
            <pc:docMk/>
            <pc:sldMk cId="1999777788" sldId="4668"/>
            <ac:spMk id="46" creationId="{CB9B88C1-BA5B-1CFA-D90E-BF776B07A064}"/>
          </ac:spMkLst>
        </pc:spChg>
        <pc:spChg chg="add">
          <ac:chgData name="Noritsuna Imamura" userId="5b2da16fa1785921" providerId="LiveId" clId="{48082228-C27F-4E20-9B05-69EFA333094A}" dt="2025-06-09T16:54:15.623" v="5701" actId="26606"/>
          <ac:spMkLst>
            <pc:docMk/>
            <pc:sldMk cId="1999777788" sldId="4668"/>
            <ac:spMk id="63" creationId="{922F19F4-FE70-43DC-856F-2CE5F521DC48}"/>
          </ac:spMkLst>
        </pc:spChg>
        <pc:spChg chg="add">
          <ac:chgData name="Noritsuna Imamura" userId="5b2da16fa1785921" providerId="LiveId" clId="{48082228-C27F-4E20-9B05-69EFA333094A}" dt="2025-06-09T16:54:15.623" v="5701" actId="26606"/>
          <ac:spMkLst>
            <pc:docMk/>
            <pc:sldMk cId="1999777788" sldId="4668"/>
            <ac:spMk id="70" creationId="{D5B0017B-2ECA-49AF-B397-DC140825DF8D}"/>
          </ac:spMkLst>
        </pc:spChg>
        <pc:spChg chg="add">
          <ac:chgData name="Noritsuna Imamura" userId="5b2da16fa1785921" providerId="LiveId" clId="{48082228-C27F-4E20-9B05-69EFA333094A}" dt="2025-06-09T16:54:15.623" v="5701" actId="26606"/>
          <ac:spMkLst>
            <pc:docMk/>
            <pc:sldMk cId="1999777788" sldId="4668"/>
            <ac:spMk id="72" creationId="{395ECC94-3D5E-46A7-A7A1-DE807E1563B4}"/>
          </ac:spMkLst>
        </pc:spChg>
        <pc:spChg chg="add">
          <ac:chgData name="Noritsuna Imamura" userId="5b2da16fa1785921" providerId="LiveId" clId="{48082228-C27F-4E20-9B05-69EFA333094A}" dt="2025-06-09T16:54:15.623" v="5701" actId="26606"/>
          <ac:spMkLst>
            <pc:docMk/>
            <pc:sldMk cId="1999777788" sldId="4668"/>
            <ac:spMk id="74" creationId="{7E549738-9961-462D-81B7-4A7A44691102}"/>
          </ac:spMkLst>
        </pc:spChg>
        <pc:grpChg chg="add mod ord">
          <ac:chgData name="Noritsuna Imamura" userId="5b2da16fa1785921" providerId="LiveId" clId="{48082228-C27F-4E20-9B05-69EFA333094A}" dt="2025-06-09T16:54:23.288" v="5703" actId="1076"/>
          <ac:grpSpMkLst>
            <pc:docMk/>
            <pc:sldMk cId="1999777788" sldId="4668"/>
            <ac:grpSpMk id="26" creationId="{FBE39B1A-3AF7-488E-59EF-8C9D1E7C1AF9}"/>
          </ac:grpSpMkLst>
        </pc:grpChg>
        <pc:grpChg chg="add mod">
          <ac:chgData name="Noritsuna Imamura" userId="5b2da16fa1785921" providerId="LiveId" clId="{48082228-C27F-4E20-9B05-69EFA333094A}" dt="2025-06-09T16:54:26.184" v="5704" actId="1076"/>
          <ac:grpSpMkLst>
            <pc:docMk/>
            <pc:sldMk cId="1999777788" sldId="4668"/>
            <ac:grpSpMk id="51" creationId="{A0FEEF87-95B5-7962-843C-9587E849CDE0}"/>
          </ac:grpSpMkLst>
        </pc:grpChg>
        <pc:cxnChg chg="mod">
          <ac:chgData name="Noritsuna Imamura" userId="5b2da16fa1785921" providerId="LiveId" clId="{48082228-C27F-4E20-9B05-69EFA333094A}" dt="2025-06-09T16:32:03.370" v="5509" actId="164"/>
          <ac:cxnSpMkLst>
            <pc:docMk/>
            <pc:sldMk cId="1999777788" sldId="4668"/>
            <ac:cxnSpMk id="5" creationId="{E3A6B9F4-697D-7C86-0F08-E4D455860273}"/>
          </ac:cxnSpMkLst>
        </pc:cxnChg>
        <pc:cxnChg chg="mod">
          <ac:chgData name="Noritsuna Imamura" userId="5b2da16fa1785921" providerId="LiveId" clId="{48082228-C27F-4E20-9B05-69EFA333094A}" dt="2025-06-09T16:32:03.370" v="5509" actId="164"/>
          <ac:cxnSpMkLst>
            <pc:docMk/>
            <pc:sldMk cId="1999777788" sldId="4668"/>
            <ac:cxnSpMk id="6" creationId="{E2F503DB-F002-F170-B998-C04DA0A05BD5}"/>
          </ac:cxnSpMkLst>
        </pc:cxnChg>
        <pc:cxnChg chg="add mod">
          <ac:chgData name="Noritsuna Imamura" userId="5b2da16fa1785921" providerId="LiveId" clId="{48082228-C27F-4E20-9B05-69EFA333094A}" dt="2025-06-09T16:53:20.117" v="5688"/>
          <ac:cxnSpMkLst>
            <pc:docMk/>
            <pc:sldMk cId="1999777788" sldId="4668"/>
            <ac:cxnSpMk id="29" creationId="{92F2A014-36E5-9FD1-A24F-F8A173A19028}"/>
          </ac:cxnSpMkLst>
        </pc:cxnChg>
      </pc:sldChg>
      <pc:sldChg chg="addSp delSp modSp new mod setBg">
        <pc:chgData name="Noritsuna Imamura" userId="5b2da16fa1785921" providerId="LiveId" clId="{48082228-C27F-4E20-9B05-69EFA333094A}" dt="2025-06-09T18:05:06.396" v="6422" actId="26606"/>
        <pc:sldMkLst>
          <pc:docMk/>
          <pc:sldMk cId="927185953" sldId="4669"/>
        </pc:sldMkLst>
        <pc:spChg chg="mod">
          <ac:chgData name="Noritsuna Imamura" userId="5b2da16fa1785921" providerId="LiveId" clId="{48082228-C27F-4E20-9B05-69EFA333094A}" dt="2025-06-09T18:05:06.396" v="6422" actId="26606"/>
          <ac:spMkLst>
            <pc:docMk/>
            <pc:sldMk cId="927185953" sldId="4669"/>
            <ac:spMk id="2" creationId="{9EBC74EA-6CAC-8E81-FEE0-23EB7A11A4A1}"/>
          </ac:spMkLst>
        </pc:spChg>
        <pc:spChg chg="add mod">
          <ac:chgData name="Noritsuna Imamura" userId="5b2da16fa1785921" providerId="LiveId" clId="{48082228-C27F-4E20-9B05-69EFA333094A}" dt="2025-06-09T16:34:42.234" v="5533" actId="164"/>
          <ac:spMkLst>
            <pc:docMk/>
            <pc:sldMk cId="927185953" sldId="4669"/>
            <ac:spMk id="4" creationId="{86CF4B28-3D2D-64FD-DB95-B66A8D6A6FDC}"/>
          </ac:spMkLst>
        </pc:spChg>
        <pc:spChg chg="add mod">
          <ac:chgData name="Noritsuna Imamura" userId="5b2da16fa1785921" providerId="LiveId" clId="{48082228-C27F-4E20-9B05-69EFA333094A}" dt="2025-06-09T16:34:42.234" v="5533" actId="164"/>
          <ac:spMkLst>
            <pc:docMk/>
            <pc:sldMk cId="927185953" sldId="4669"/>
            <ac:spMk id="7" creationId="{C29FA85C-EA3A-EAFA-5D76-CD5398B85E67}"/>
          </ac:spMkLst>
        </pc:spChg>
        <pc:spChg chg="add mod">
          <ac:chgData name="Noritsuna Imamura" userId="5b2da16fa1785921" providerId="LiveId" clId="{48082228-C27F-4E20-9B05-69EFA333094A}" dt="2025-06-09T16:34:42.234" v="5533" actId="164"/>
          <ac:spMkLst>
            <pc:docMk/>
            <pc:sldMk cId="927185953" sldId="4669"/>
            <ac:spMk id="8" creationId="{B964405A-BD9B-4E11-BC0C-BB3AC53B37C1}"/>
          </ac:spMkLst>
        </pc:spChg>
        <pc:spChg chg="add mod">
          <ac:chgData name="Noritsuna Imamura" userId="5b2da16fa1785921" providerId="LiveId" clId="{48082228-C27F-4E20-9B05-69EFA333094A}" dt="2025-06-09T16:34:42.234" v="5533" actId="164"/>
          <ac:spMkLst>
            <pc:docMk/>
            <pc:sldMk cId="927185953" sldId="4669"/>
            <ac:spMk id="10" creationId="{05CB6FED-193E-4B8A-7A19-29AFCB0AA56B}"/>
          </ac:spMkLst>
        </pc:spChg>
        <pc:spChg chg="add mod">
          <ac:chgData name="Noritsuna Imamura" userId="5b2da16fa1785921" providerId="LiveId" clId="{48082228-C27F-4E20-9B05-69EFA333094A}" dt="2025-06-09T18:04:26.987" v="6420" actId="164"/>
          <ac:spMkLst>
            <pc:docMk/>
            <pc:sldMk cId="927185953" sldId="4669"/>
            <ac:spMk id="11" creationId="{8B3C9D9B-226F-7796-3640-02EA9DA41AA8}"/>
          </ac:spMkLst>
        </pc:spChg>
        <pc:spChg chg="mod">
          <ac:chgData name="Noritsuna Imamura" userId="5b2da16fa1785921" providerId="LiveId" clId="{48082228-C27F-4E20-9B05-69EFA333094A}" dt="2025-06-09T18:04:49.025" v="6421"/>
          <ac:spMkLst>
            <pc:docMk/>
            <pc:sldMk cId="927185953" sldId="4669"/>
            <ac:spMk id="20" creationId="{6BF02FA6-B053-38FF-9A4D-B640C2CA5384}"/>
          </ac:spMkLst>
        </pc:spChg>
        <pc:spChg chg="mod">
          <ac:chgData name="Noritsuna Imamura" userId="5b2da16fa1785921" providerId="LiveId" clId="{48082228-C27F-4E20-9B05-69EFA333094A}" dt="2025-06-09T18:04:49.025" v="6421"/>
          <ac:spMkLst>
            <pc:docMk/>
            <pc:sldMk cId="927185953" sldId="4669"/>
            <ac:spMk id="21" creationId="{176BAF54-DCE1-ABFD-2E71-F1A94B9F6771}"/>
          </ac:spMkLst>
        </pc:spChg>
        <pc:spChg chg="mod">
          <ac:chgData name="Noritsuna Imamura" userId="5b2da16fa1785921" providerId="LiveId" clId="{48082228-C27F-4E20-9B05-69EFA333094A}" dt="2025-06-09T18:04:49.025" v="6421"/>
          <ac:spMkLst>
            <pc:docMk/>
            <pc:sldMk cId="927185953" sldId="4669"/>
            <ac:spMk id="23" creationId="{58073BAD-7257-D2FD-A075-0AFE7C3CDC78}"/>
          </ac:spMkLst>
        </pc:spChg>
        <pc:spChg chg="add">
          <ac:chgData name="Noritsuna Imamura" userId="5b2da16fa1785921" providerId="LiveId" clId="{48082228-C27F-4E20-9B05-69EFA333094A}" dt="2025-06-09T18:05:06.396" v="6422" actId="26606"/>
          <ac:spMkLst>
            <pc:docMk/>
            <pc:sldMk cId="927185953" sldId="4669"/>
            <ac:spMk id="25" creationId="{87E5499B-AC4D-4A4A-8703-C49F2827266B}"/>
          </ac:spMkLst>
        </pc:spChg>
        <pc:spChg chg="add">
          <ac:chgData name="Noritsuna Imamura" userId="5b2da16fa1785921" providerId="LiveId" clId="{48082228-C27F-4E20-9B05-69EFA333094A}" dt="2025-06-09T18:05:06.396" v="6422" actId="26606"/>
          <ac:spMkLst>
            <pc:docMk/>
            <pc:sldMk cId="927185953" sldId="4669"/>
            <ac:spMk id="34" creationId="{04357C93-F0CB-4A1C-8F77-4E9063789819}"/>
          </ac:spMkLst>
        </pc:spChg>
        <pc:grpChg chg="add mod ord">
          <ac:chgData name="Noritsuna Imamura" userId="5b2da16fa1785921" providerId="LiveId" clId="{48082228-C27F-4E20-9B05-69EFA333094A}" dt="2025-06-09T18:04:26.987" v="6420" actId="164"/>
          <ac:grpSpMkLst>
            <pc:docMk/>
            <pc:sldMk cId="927185953" sldId="4669"/>
            <ac:grpSpMk id="16" creationId="{B623ED7E-A37B-3368-B1B1-0227B4EB5FC1}"/>
          </ac:grpSpMkLst>
        </pc:grpChg>
        <pc:grpChg chg="add mod">
          <ac:chgData name="Noritsuna Imamura" userId="5b2da16fa1785921" providerId="LiveId" clId="{48082228-C27F-4E20-9B05-69EFA333094A}" dt="2025-06-09T18:05:06.396" v="6422" actId="26606"/>
          <ac:grpSpMkLst>
            <pc:docMk/>
            <pc:sldMk cId="927185953" sldId="4669"/>
            <ac:grpSpMk id="18" creationId="{CF798B7C-CA33-D16F-F020-4139AF58C9BA}"/>
          </ac:grpSpMkLst>
        </pc:grpChg>
        <pc:grpChg chg="add mod">
          <ac:chgData name="Noritsuna Imamura" userId="5b2da16fa1785921" providerId="LiveId" clId="{48082228-C27F-4E20-9B05-69EFA333094A}" dt="2025-06-09T18:05:06.396" v="6422" actId="26606"/>
          <ac:grpSpMkLst>
            <pc:docMk/>
            <pc:sldMk cId="927185953" sldId="4669"/>
            <ac:grpSpMk id="19" creationId="{F5477AB1-1615-5EB5-9789-3A32D2D900BE}"/>
          </ac:grpSpMkLst>
        </pc:grpChg>
        <pc:grpChg chg="add">
          <ac:chgData name="Noritsuna Imamura" userId="5b2da16fa1785921" providerId="LiveId" clId="{48082228-C27F-4E20-9B05-69EFA333094A}" dt="2025-06-09T18:05:06.396" v="6422" actId="26606"/>
          <ac:grpSpMkLst>
            <pc:docMk/>
            <pc:sldMk cId="927185953" sldId="4669"/>
            <ac:grpSpMk id="26" creationId="{3AF6A671-C637-4547-85F4-51B6D1881399}"/>
          </ac:grpSpMkLst>
        </pc:grpChg>
        <pc:cxnChg chg="add mod">
          <ac:chgData name="Noritsuna Imamura" userId="5b2da16fa1785921" providerId="LiveId" clId="{48082228-C27F-4E20-9B05-69EFA333094A}" dt="2025-06-09T16:34:42.234" v="5533" actId="164"/>
          <ac:cxnSpMkLst>
            <pc:docMk/>
            <pc:sldMk cId="927185953" sldId="4669"/>
            <ac:cxnSpMk id="5" creationId="{EDEB4CC2-28AA-0E55-9F2A-A55A4B70B0F1}"/>
          </ac:cxnSpMkLst>
        </pc:cxnChg>
        <pc:cxnChg chg="mod">
          <ac:chgData name="Noritsuna Imamura" userId="5b2da16fa1785921" providerId="LiveId" clId="{48082228-C27F-4E20-9B05-69EFA333094A}" dt="2025-06-09T16:34:42.234" v="5533" actId="164"/>
          <ac:cxnSpMkLst>
            <pc:docMk/>
            <pc:sldMk cId="927185953" sldId="4669"/>
            <ac:cxnSpMk id="6" creationId="{0983C09C-F47D-522C-5B10-D8AFA997BE87}"/>
          </ac:cxnSpMkLst>
        </pc:cxnChg>
        <pc:cxnChg chg="mod">
          <ac:chgData name="Noritsuna Imamura" userId="5b2da16fa1785921" providerId="LiveId" clId="{48082228-C27F-4E20-9B05-69EFA333094A}" dt="2025-06-09T16:34:42.234" v="5533" actId="164"/>
          <ac:cxnSpMkLst>
            <pc:docMk/>
            <pc:sldMk cId="927185953" sldId="4669"/>
            <ac:cxnSpMk id="9" creationId="{040701BB-C8DD-5487-9648-06547F6031CF}"/>
          </ac:cxnSpMkLst>
        </pc:cxnChg>
      </pc:sldChg>
      <pc:sldChg chg="addSp delSp modSp new mod setBg">
        <pc:chgData name="Noritsuna Imamura" userId="5b2da16fa1785921" providerId="LiveId" clId="{48082228-C27F-4E20-9B05-69EFA333094A}" dt="2025-06-09T18:03:59.084" v="6417" actId="26606"/>
        <pc:sldMkLst>
          <pc:docMk/>
          <pc:sldMk cId="2933969975" sldId="4670"/>
        </pc:sldMkLst>
        <pc:spChg chg="mod">
          <ac:chgData name="Noritsuna Imamura" userId="5b2da16fa1785921" providerId="LiveId" clId="{48082228-C27F-4E20-9B05-69EFA333094A}" dt="2025-06-09T18:03:59.084" v="6417" actId="26606"/>
          <ac:spMkLst>
            <pc:docMk/>
            <pc:sldMk cId="2933969975" sldId="4670"/>
            <ac:spMk id="2" creationId="{5E6E09FE-616D-FDAD-03B8-84F237F21331}"/>
          </ac:spMkLst>
        </pc:spChg>
        <pc:spChg chg="add mod">
          <ac:chgData name="Noritsuna Imamura" userId="5b2da16fa1785921" providerId="LiveId" clId="{48082228-C27F-4E20-9B05-69EFA333094A}" dt="2025-06-09T16:36:12.862" v="5564" actId="164"/>
          <ac:spMkLst>
            <pc:docMk/>
            <pc:sldMk cId="2933969975" sldId="4670"/>
            <ac:spMk id="8" creationId="{F54E18A5-73F4-5932-6147-E566FC5E7866}"/>
          </ac:spMkLst>
        </pc:spChg>
        <pc:spChg chg="add mod">
          <ac:chgData name="Noritsuna Imamura" userId="5b2da16fa1785921" providerId="LiveId" clId="{48082228-C27F-4E20-9B05-69EFA333094A}" dt="2025-06-09T16:36:12.862" v="5564" actId="164"/>
          <ac:spMkLst>
            <pc:docMk/>
            <pc:sldMk cId="2933969975" sldId="4670"/>
            <ac:spMk id="9" creationId="{DDEEC5FB-EF71-A96E-5619-974BD220C9B5}"/>
          </ac:spMkLst>
        </pc:spChg>
        <pc:spChg chg="add mod">
          <ac:chgData name="Noritsuna Imamura" userId="5b2da16fa1785921" providerId="LiveId" clId="{48082228-C27F-4E20-9B05-69EFA333094A}" dt="2025-06-09T16:36:12.862" v="5564" actId="164"/>
          <ac:spMkLst>
            <pc:docMk/>
            <pc:sldMk cId="2933969975" sldId="4670"/>
            <ac:spMk id="10" creationId="{D21A98AA-5C68-9770-3810-B77700CFBC0A}"/>
          </ac:spMkLst>
        </pc:spChg>
        <pc:spChg chg="mod">
          <ac:chgData name="Noritsuna Imamura" userId="5b2da16fa1785921" providerId="LiveId" clId="{48082228-C27F-4E20-9B05-69EFA333094A}" dt="2025-06-09T16:36:12.862" v="5564" actId="164"/>
          <ac:spMkLst>
            <pc:docMk/>
            <pc:sldMk cId="2933969975" sldId="4670"/>
            <ac:spMk id="11" creationId="{9D9C1203-A45E-AE92-E7BC-6D3C90333028}"/>
          </ac:spMkLst>
        </pc:spChg>
        <pc:spChg chg="add mod">
          <ac:chgData name="Noritsuna Imamura" userId="5b2da16fa1785921" providerId="LiveId" clId="{48082228-C27F-4E20-9B05-69EFA333094A}" dt="2025-06-09T16:36:12.862" v="5564" actId="164"/>
          <ac:spMkLst>
            <pc:docMk/>
            <pc:sldMk cId="2933969975" sldId="4670"/>
            <ac:spMk id="12" creationId="{FF7F60B8-5C3C-384E-5C0F-FB3983D7106D}"/>
          </ac:spMkLst>
        </pc:spChg>
        <pc:spChg chg="add mod">
          <ac:chgData name="Noritsuna Imamura" userId="5b2da16fa1785921" providerId="LiveId" clId="{48082228-C27F-4E20-9B05-69EFA333094A}" dt="2025-06-09T16:36:12.862" v="5564" actId="164"/>
          <ac:spMkLst>
            <pc:docMk/>
            <pc:sldMk cId="2933969975" sldId="4670"/>
            <ac:spMk id="14" creationId="{CA99741B-C742-FC35-597E-8BB5C200C832}"/>
          </ac:spMkLst>
        </pc:spChg>
        <pc:spChg chg="add mod">
          <ac:chgData name="Noritsuna Imamura" userId="5b2da16fa1785921" providerId="LiveId" clId="{48082228-C27F-4E20-9B05-69EFA333094A}" dt="2025-06-09T16:36:12.862" v="5564" actId="164"/>
          <ac:spMkLst>
            <pc:docMk/>
            <pc:sldMk cId="2933969975" sldId="4670"/>
            <ac:spMk id="15" creationId="{B40147AD-573F-BFB9-A95A-180927592A29}"/>
          </ac:spMkLst>
        </pc:spChg>
        <pc:spChg chg="mod">
          <ac:chgData name="Noritsuna Imamura" userId="5b2da16fa1785921" providerId="LiveId" clId="{48082228-C27F-4E20-9B05-69EFA333094A}" dt="2025-06-09T16:36:12.862" v="5564" actId="164"/>
          <ac:spMkLst>
            <pc:docMk/>
            <pc:sldMk cId="2933969975" sldId="4670"/>
            <ac:spMk id="17" creationId="{CB12A37A-A59D-6683-EE5E-1920B39CBAD4}"/>
          </ac:spMkLst>
        </pc:spChg>
        <pc:spChg chg="add mod">
          <ac:chgData name="Noritsuna Imamura" userId="5b2da16fa1785921" providerId="LiveId" clId="{48082228-C27F-4E20-9B05-69EFA333094A}" dt="2025-06-09T16:36:12.862" v="5564" actId="164"/>
          <ac:spMkLst>
            <pc:docMk/>
            <pc:sldMk cId="2933969975" sldId="4670"/>
            <ac:spMk id="24" creationId="{7EE72259-ED8F-CF46-4597-221EB5168E07}"/>
          </ac:spMkLst>
        </pc:spChg>
        <pc:spChg chg="add mod">
          <ac:chgData name="Noritsuna Imamura" userId="5b2da16fa1785921" providerId="LiveId" clId="{48082228-C27F-4E20-9B05-69EFA333094A}" dt="2025-06-09T16:36:12.862" v="5564" actId="164"/>
          <ac:spMkLst>
            <pc:docMk/>
            <pc:sldMk cId="2933969975" sldId="4670"/>
            <ac:spMk id="25" creationId="{07C37B84-F6F0-BB6F-9F91-5D84CD76620F}"/>
          </ac:spMkLst>
        </pc:spChg>
        <pc:spChg chg="add mod">
          <ac:chgData name="Noritsuna Imamura" userId="5b2da16fa1785921" providerId="LiveId" clId="{48082228-C27F-4E20-9B05-69EFA333094A}" dt="2025-06-09T16:40:44.702" v="5565" actId="164"/>
          <ac:spMkLst>
            <pc:docMk/>
            <pc:sldMk cId="2933969975" sldId="4670"/>
            <ac:spMk id="29" creationId="{7F24B712-FFED-E321-72B0-4918DB5DADBF}"/>
          </ac:spMkLst>
        </pc:spChg>
        <pc:spChg chg="add">
          <ac:chgData name="Noritsuna Imamura" userId="5b2da16fa1785921" providerId="LiveId" clId="{48082228-C27F-4E20-9B05-69EFA333094A}" dt="2025-06-09T18:03:59.084" v="6417" actId="26606"/>
          <ac:spMkLst>
            <pc:docMk/>
            <pc:sldMk cId="2933969975" sldId="4670"/>
            <ac:spMk id="37" creationId="{7DD77B92-CB36-4B20-A59A-59625E0F08AB}"/>
          </ac:spMkLst>
        </pc:spChg>
        <pc:spChg chg="add">
          <ac:chgData name="Noritsuna Imamura" userId="5b2da16fa1785921" providerId="LiveId" clId="{48082228-C27F-4E20-9B05-69EFA333094A}" dt="2025-06-09T18:03:59.084" v="6417" actId="26606"/>
          <ac:spMkLst>
            <pc:docMk/>
            <pc:sldMk cId="2933969975" sldId="4670"/>
            <ac:spMk id="43" creationId="{2C1BBA94-3F40-40AA-8BB9-E69E25E537C1}"/>
          </ac:spMkLst>
        </pc:spChg>
        <pc:grpChg chg="mod">
          <ac:chgData name="Noritsuna Imamura" userId="5b2da16fa1785921" providerId="LiveId" clId="{48082228-C27F-4E20-9B05-69EFA333094A}" dt="2025-06-09T16:40:44.702" v="5565" actId="164"/>
          <ac:grpSpMkLst>
            <pc:docMk/>
            <pc:sldMk cId="2933969975" sldId="4670"/>
            <ac:grpSpMk id="31" creationId="{47699524-2908-D0B2-5647-C937003C4C31}"/>
          </ac:grpSpMkLst>
        </pc:grpChg>
        <pc:grpChg chg="add mod">
          <ac:chgData name="Noritsuna Imamura" userId="5b2da16fa1785921" providerId="LiveId" clId="{48082228-C27F-4E20-9B05-69EFA333094A}" dt="2025-06-09T18:03:59.084" v="6417" actId="26606"/>
          <ac:grpSpMkLst>
            <pc:docMk/>
            <pc:sldMk cId="2933969975" sldId="4670"/>
            <ac:grpSpMk id="32" creationId="{B72DE8BD-1CB0-41E2-DF6D-7DCDD4C7EA1F}"/>
          </ac:grpSpMkLst>
        </pc:grpChg>
        <pc:grpChg chg="add">
          <ac:chgData name="Noritsuna Imamura" userId="5b2da16fa1785921" providerId="LiveId" clId="{48082228-C27F-4E20-9B05-69EFA333094A}" dt="2025-06-09T18:03:59.084" v="6417" actId="26606"/>
          <ac:grpSpMkLst>
            <pc:docMk/>
            <pc:sldMk cId="2933969975" sldId="4670"/>
            <ac:grpSpMk id="39" creationId="{B14B560F-9DD7-4302-A60B-EBD3EF59B073}"/>
          </ac:grpSpMkLst>
        </pc:grpChg>
      </pc:sldChg>
      <pc:sldChg chg="addSp modSp new mod setBg">
        <pc:chgData name="Noritsuna Imamura" userId="5b2da16fa1785921" providerId="LiveId" clId="{48082228-C27F-4E20-9B05-69EFA333094A}" dt="2025-06-09T18:29:32.723" v="6647" actId="1076"/>
        <pc:sldMkLst>
          <pc:docMk/>
          <pc:sldMk cId="3611669208" sldId="4671"/>
        </pc:sldMkLst>
        <pc:spChg chg="mod">
          <ac:chgData name="Noritsuna Imamura" userId="5b2da16fa1785921" providerId="LiveId" clId="{48082228-C27F-4E20-9B05-69EFA333094A}" dt="2025-06-09T18:03:48.512" v="6416" actId="26606"/>
          <ac:spMkLst>
            <pc:docMk/>
            <pc:sldMk cId="3611669208" sldId="4671"/>
            <ac:spMk id="2" creationId="{5910387D-EB31-9F09-A4DA-449833260141}"/>
          </ac:spMkLst>
        </pc:spChg>
        <pc:spChg chg="mod">
          <ac:chgData name="Noritsuna Imamura" userId="5b2da16fa1785921" providerId="LiveId" clId="{48082228-C27F-4E20-9B05-69EFA333094A}" dt="2025-06-09T18:28:21.401" v="6526" actId="20577"/>
          <ac:spMkLst>
            <pc:docMk/>
            <pc:sldMk cId="3611669208" sldId="4671"/>
            <ac:spMk id="3" creationId="{31BCBE69-EF7C-8C8B-DCEE-550BD8E24A72}"/>
          </ac:spMkLst>
        </pc:spChg>
        <pc:spChg chg="add mod">
          <ac:chgData name="Noritsuna Imamura" userId="5b2da16fa1785921" providerId="LiveId" clId="{48082228-C27F-4E20-9B05-69EFA333094A}" dt="2025-06-09T18:29:32.723" v="6647" actId="1076"/>
          <ac:spMkLst>
            <pc:docMk/>
            <pc:sldMk cId="3611669208" sldId="4671"/>
            <ac:spMk id="4" creationId="{B321FC80-93C6-9491-CA6F-B440B6742910}"/>
          </ac:spMkLst>
        </pc:spChg>
        <pc:spChg chg="add">
          <ac:chgData name="Noritsuna Imamura" userId="5b2da16fa1785921" providerId="LiveId" clId="{48082228-C27F-4E20-9B05-69EFA333094A}" dt="2025-06-09T18:03:48.512" v="6416" actId="26606"/>
          <ac:spMkLst>
            <pc:docMk/>
            <pc:sldMk cId="3611669208" sldId="4671"/>
            <ac:spMk id="8" creationId="{B6CDA21F-E7AF-4C75-8395-33F58D5B0E45}"/>
          </ac:spMkLst>
        </pc:spChg>
        <pc:spChg chg="add">
          <ac:chgData name="Noritsuna Imamura" userId="5b2da16fa1785921" providerId="LiveId" clId="{48082228-C27F-4E20-9B05-69EFA333094A}" dt="2025-06-09T18:03:48.512" v="6416" actId="26606"/>
          <ac:spMkLst>
            <pc:docMk/>
            <pc:sldMk cId="3611669208" sldId="4671"/>
            <ac:spMk id="15" creationId="{D5B0017B-2ECA-49AF-B397-DC140825DF8D}"/>
          </ac:spMkLst>
        </pc:spChg>
        <pc:grpChg chg="add">
          <ac:chgData name="Noritsuna Imamura" userId="5b2da16fa1785921" providerId="LiveId" clId="{48082228-C27F-4E20-9B05-69EFA333094A}" dt="2025-06-09T18:03:48.512" v="6416" actId="26606"/>
          <ac:grpSpMkLst>
            <pc:docMk/>
            <pc:sldMk cId="3611669208" sldId="4671"/>
            <ac:grpSpMk id="10" creationId="{AE1C45F0-260A-458C-96ED-C1F6D2151219}"/>
          </ac:grpSpMkLst>
        </pc:grpChg>
        <pc:cxnChg chg="add">
          <ac:chgData name="Noritsuna Imamura" userId="5b2da16fa1785921" providerId="LiveId" clId="{48082228-C27F-4E20-9B05-69EFA333094A}" dt="2025-06-09T18:03:48.512" v="6416" actId="26606"/>
          <ac:cxnSpMkLst>
            <pc:docMk/>
            <pc:sldMk cId="3611669208" sldId="4671"/>
            <ac:cxnSpMk id="17" creationId="{6CF1BAF6-AD41-4082-B212-8A1F9A2E8779}"/>
          </ac:cxnSpMkLst>
        </pc:cxnChg>
      </pc:sldChg>
      <pc:sldChg chg="addSp delSp modSp new mod setBg">
        <pc:chgData name="Noritsuna Imamura" userId="5b2da16fa1785921" providerId="LiveId" clId="{48082228-C27F-4E20-9B05-69EFA333094A}" dt="2025-06-09T17:31:48.206" v="6161" actId="20577"/>
        <pc:sldMkLst>
          <pc:docMk/>
          <pc:sldMk cId="3601470322" sldId="4672"/>
        </pc:sldMkLst>
        <pc:spChg chg="mod">
          <ac:chgData name="Noritsuna Imamura" userId="5b2da16fa1785921" providerId="LiveId" clId="{48082228-C27F-4E20-9B05-69EFA333094A}" dt="2025-06-09T17:31:48.206" v="6161" actId="20577"/>
          <ac:spMkLst>
            <pc:docMk/>
            <pc:sldMk cId="3601470322" sldId="4672"/>
            <ac:spMk id="2" creationId="{6E286821-E054-94BF-4939-9873BCC0240B}"/>
          </ac:spMkLst>
        </pc:spChg>
        <pc:spChg chg="add mod">
          <ac:chgData name="Noritsuna Imamura" userId="5b2da16fa1785921" providerId="LiveId" clId="{48082228-C27F-4E20-9B05-69EFA333094A}" dt="2025-06-09T17:31:39.849" v="6160" actId="14100"/>
          <ac:spMkLst>
            <pc:docMk/>
            <pc:sldMk cId="3601470322" sldId="4672"/>
            <ac:spMk id="5" creationId="{2D70488B-3EC9-CFEC-7A24-55CCD37AD5B7}"/>
          </ac:spMkLst>
        </pc:spChg>
        <pc:spChg chg="add mod">
          <ac:chgData name="Noritsuna Imamura" userId="5b2da16fa1785921" providerId="LiveId" clId="{48082228-C27F-4E20-9B05-69EFA333094A}" dt="2025-06-09T17:31:21.103" v="6156" actId="164"/>
          <ac:spMkLst>
            <pc:docMk/>
            <pc:sldMk cId="3601470322" sldId="4672"/>
            <ac:spMk id="16" creationId="{1CD04248-B70A-D903-FEF7-D69CCBB50023}"/>
          </ac:spMkLst>
        </pc:spChg>
        <pc:spChg chg="add mod">
          <ac:chgData name="Noritsuna Imamura" userId="5b2da16fa1785921" providerId="LiveId" clId="{48082228-C27F-4E20-9B05-69EFA333094A}" dt="2025-06-09T17:31:21.103" v="6156" actId="164"/>
          <ac:spMkLst>
            <pc:docMk/>
            <pc:sldMk cId="3601470322" sldId="4672"/>
            <ac:spMk id="17" creationId="{AAD072BE-C813-5A23-65EE-4001FF48DC4A}"/>
          </ac:spMkLst>
        </pc:spChg>
        <pc:spChg chg="add mod">
          <ac:chgData name="Noritsuna Imamura" userId="5b2da16fa1785921" providerId="LiveId" clId="{48082228-C27F-4E20-9B05-69EFA333094A}" dt="2025-06-09T17:31:21.103" v="6156" actId="164"/>
          <ac:spMkLst>
            <pc:docMk/>
            <pc:sldMk cId="3601470322" sldId="4672"/>
            <ac:spMk id="19" creationId="{F32EF10B-98E6-E437-E908-66B8131F1E06}"/>
          </ac:spMkLst>
        </pc:spChg>
        <pc:spChg chg="mod">
          <ac:chgData name="Noritsuna Imamura" userId="5b2da16fa1785921" providerId="LiveId" clId="{48082228-C27F-4E20-9B05-69EFA333094A}" dt="2025-06-09T17:31:21.103" v="6156" actId="164"/>
          <ac:spMkLst>
            <pc:docMk/>
            <pc:sldMk cId="3601470322" sldId="4672"/>
            <ac:spMk id="26" creationId="{26965C8E-B9C8-C092-ED7A-049BB68482E4}"/>
          </ac:spMkLst>
        </pc:spChg>
        <pc:spChg chg="mod">
          <ac:chgData name="Noritsuna Imamura" userId="5b2da16fa1785921" providerId="LiveId" clId="{48082228-C27F-4E20-9B05-69EFA333094A}" dt="2025-06-09T17:31:21.103" v="6156" actId="164"/>
          <ac:spMkLst>
            <pc:docMk/>
            <pc:sldMk cId="3601470322" sldId="4672"/>
            <ac:spMk id="31" creationId="{FDBE519A-5DD0-3339-15B6-78A1B6560BA9}"/>
          </ac:spMkLst>
        </pc:spChg>
        <pc:spChg chg="add mod">
          <ac:chgData name="Noritsuna Imamura" userId="5b2da16fa1785921" providerId="LiveId" clId="{48082228-C27F-4E20-9B05-69EFA333094A}" dt="2025-06-09T17:31:21.103" v="6156" actId="164"/>
          <ac:spMkLst>
            <pc:docMk/>
            <pc:sldMk cId="3601470322" sldId="4672"/>
            <ac:spMk id="38" creationId="{1623768C-29AF-25CE-8FCD-5E627410D2F9}"/>
          </ac:spMkLst>
        </pc:spChg>
        <pc:spChg chg="add mod">
          <ac:chgData name="Noritsuna Imamura" userId="5b2da16fa1785921" providerId="LiveId" clId="{48082228-C27F-4E20-9B05-69EFA333094A}" dt="2025-06-09T17:31:21.103" v="6156" actId="164"/>
          <ac:spMkLst>
            <pc:docMk/>
            <pc:sldMk cId="3601470322" sldId="4672"/>
            <ac:spMk id="40" creationId="{B3932BC2-71E6-A229-3D64-8FDBE66302D6}"/>
          </ac:spMkLst>
        </pc:spChg>
        <pc:spChg chg="add mod">
          <ac:chgData name="Noritsuna Imamura" userId="5b2da16fa1785921" providerId="LiveId" clId="{48082228-C27F-4E20-9B05-69EFA333094A}" dt="2025-06-09T17:31:21.103" v="6156" actId="164"/>
          <ac:spMkLst>
            <pc:docMk/>
            <pc:sldMk cId="3601470322" sldId="4672"/>
            <ac:spMk id="54" creationId="{581E6D6E-C7E8-A772-6D80-C8B9B44A0770}"/>
          </ac:spMkLst>
        </pc:spChg>
        <pc:spChg chg="add mod">
          <ac:chgData name="Noritsuna Imamura" userId="5b2da16fa1785921" providerId="LiveId" clId="{48082228-C27F-4E20-9B05-69EFA333094A}" dt="2025-06-09T17:31:21.103" v="6156" actId="164"/>
          <ac:spMkLst>
            <pc:docMk/>
            <pc:sldMk cId="3601470322" sldId="4672"/>
            <ac:spMk id="61" creationId="{3F207A7C-9439-2030-3E08-BABFDCFBD5F1}"/>
          </ac:spMkLst>
        </pc:spChg>
        <pc:spChg chg="add mod">
          <ac:chgData name="Noritsuna Imamura" userId="5b2da16fa1785921" providerId="LiveId" clId="{48082228-C27F-4E20-9B05-69EFA333094A}" dt="2025-06-09T17:31:21.103" v="6156" actId="164"/>
          <ac:spMkLst>
            <pc:docMk/>
            <pc:sldMk cId="3601470322" sldId="4672"/>
            <ac:spMk id="67" creationId="{4928BB78-A9D8-0606-D574-F0D21299DCE2}"/>
          </ac:spMkLst>
        </pc:spChg>
        <pc:spChg chg="add">
          <ac:chgData name="Noritsuna Imamura" userId="5b2da16fa1785921" providerId="LiveId" clId="{48082228-C27F-4E20-9B05-69EFA333094A}" dt="2025-06-09T17:31:31.278" v="6157" actId="26606"/>
          <ac:spMkLst>
            <pc:docMk/>
            <pc:sldMk cId="3601470322" sldId="4672"/>
            <ac:spMk id="81" creationId="{DBC6133C-0615-4CE4-9132-37E609A9BDFA}"/>
          </ac:spMkLst>
        </pc:spChg>
        <pc:spChg chg="add">
          <ac:chgData name="Noritsuna Imamura" userId="5b2da16fa1785921" providerId="LiveId" clId="{48082228-C27F-4E20-9B05-69EFA333094A}" dt="2025-06-09T17:31:31.278" v="6157" actId="26606"/>
          <ac:spMkLst>
            <pc:docMk/>
            <pc:sldMk cId="3601470322" sldId="4672"/>
            <ac:spMk id="83" creationId="{169CC832-2974-4E8D-90ED-3E2941BA7336}"/>
          </ac:spMkLst>
        </pc:spChg>
        <pc:spChg chg="add">
          <ac:chgData name="Noritsuna Imamura" userId="5b2da16fa1785921" providerId="LiveId" clId="{48082228-C27F-4E20-9B05-69EFA333094A}" dt="2025-06-09T17:31:31.278" v="6157" actId="26606"/>
          <ac:spMkLst>
            <pc:docMk/>
            <pc:sldMk cId="3601470322" sldId="4672"/>
            <ac:spMk id="85" creationId="{55222F96-971A-4F90-B841-6BAB416C7AC1}"/>
          </ac:spMkLst>
        </pc:spChg>
        <pc:spChg chg="add">
          <ac:chgData name="Noritsuna Imamura" userId="5b2da16fa1785921" providerId="LiveId" clId="{48082228-C27F-4E20-9B05-69EFA333094A}" dt="2025-06-09T17:31:31.278" v="6157" actId="26606"/>
          <ac:spMkLst>
            <pc:docMk/>
            <pc:sldMk cId="3601470322" sldId="4672"/>
            <ac:spMk id="87" creationId="{08980754-6F4B-43C9-B9BE-127B6BED6586}"/>
          </ac:spMkLst>
        </pc:spChg>
        <pc:spChg chg="add">
          <ac:chgData name="Noritsuna Imamura" userId="5b2da16fa1785921" providerId="LiveId" clId="{48082228-C27F-4E20-9B05-69EFA333094A}" dt="2025-06-09T17:31:31.278" v="6157" actId="26606"/>
          <ac:spMkLst>
            <pc:docMk/>
            <pc:sldMk cId="3601470322" sldId="4672"/>
            <ac:spMk id="89" creationId="{2C1BBA94-3F40-40AA-8BB9-E69E25E537C1}"/>
          </ac:spMkLst>
        </pc:spChg>
        <pc:grpChg chg="add mod">
          <ac:chgData name="Noritsuna Imamura" userId="5b2da16fa1785921" providerId="LiveId" clId="{48082228-C27F-4E20-9B05-69EFA333094A}" dt="2025-06-09T17:31:31.278" v="6157" actId="26606"/>
          <ac:grpSpMkLst>
            <pc:docMk/>
            <pc:sldMk cId="3601470322" sldId="4672"/>
            <ac:grpSpMk id="76" creationId="{A0379A09-83A1-4EFC-BAA9-F79EE89CEB31}"/>
          </ac:grpSpMkLst>
        </pc:grpChg>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pChg chg="mod">
          <ac:chgData name="Noritsuna Imamura" userId="5b2da16fa1785921" providerId="LiveId" clId="{48082228-C27F-4E20-9B05-69EFA333094A}" dt="2025-06-09T18:03:37.191" v="6415" actId="27636"/>
          <ac:spMkLst>
            <pc:docMk/>
            <pc:sldMk cId="1889887151" sldId="4674"/>
            <ac:spMk id="2" creationId="{5E1ED3A7-7444-D97A-5668-39D746222ECD}"/>
          </ac:spMkLst>
        </pc:spChg>
        <pc:spChg chg="mod">
          <ac:chgData name="Noritsuna Imamura" userId="5b2da16fa1785921" providerId="LiveId" clId="{48082228-C27F-4E20-9B05-69EFA333094A}" dt="2025-06-09T17:20:10.696" v="5964" actId="164"/>
          <ac:spMkLst>
            <pc:docMk/>
            <pc:sldMk cId="1889887151" sldId="4674"/>
            <ac:spMk id="9" creationId="{961C9A87-5C26-4A19-39E7-9E8E26DE9E36}"/>
          </ac:spMkLst>
        </pc:spChg>
        <pc:spChg chg="add mod">
          <ac:chgData name="Noritsuna Imamura" userId="5b2da16fa1785921" providerId="LiveId" clId="{48082228-C27F-4E20-9B05-69EFA333094A}" dt="2025-06-09T17:20:10.696" v="5964" actId="164"/>
          <ac:spMkLst>
            <pc:docMk/>
            <pc:sldMk cId="1889887151" sldId="4674"/>
            <ac:spMk id="10" creationId="{A7E7E23B-3084-C814-326A-4E9F18E00FAB}"/>
          </ac:spMkLst>
        </pc:spChg>
        <pc:spChg chg="add mod">
          <ac:chgData name="Noritsuna Imamura" userId="5b2da16fa1785921" providerId="LiveId" clId="{48082228-C27F-4E20-9B05-69EFA333094A}" dt="2025-06-09T17:20:10.696" v="5964" actId="164"/>
          <ac:spMkLst>
            <pc:docMk/>
            <pc:sldMk cId="1889887151" sldId="4674"/>
            <ac:spMk id="14" creationId="{D89D83FB-64BF-0FA4-4CFD-D9AD3AEBC387}"/>
          </ac:spMkLst>
        </pc:spChg>
        <pc:spChg chg="add mod">
          <ac:chgData name="Noritsuna Imamura" userId="5b2da16fa1785921" providerId="LiveId" clId="{48082228-C27F-4E20-9B05-69EFA333094A}" dt="2025-06-09T17:20:10.696" v="5964" actId="164"/>
          <ac:spMkLst>
            <pc:docMk/>
            <pc:sldMk cId="1889887151" sldId="4674"/>
            <ac:spMk id="17" creationId="{FEE0E45E-3444-C9EF-D06B-CC0FCD5CB92E}"/>
          </ac:spMkLst>
        </pc:spChg>
        <pc:spChg chg="add mod">
          <ac:chgData name="Noritsuna Imamura" userId="5b2da16fa1785921" providerId="LiveId" clId="{48082228-C27F-4E20-9B05-69EFA333094A}" dt="2025-06-09T17:20:10.696" v="5964" actId="164"/>
          <ac:spMkLst>
            <pc:docMk/>
            <pc:sldMk cId="1889887151" sldId="4674"/>
            <ac:spMk id="18" creationId="{8A6BB2AA-E050-190B-B3EF-5CB273274ABC}"/>
          </ac:spMkLst>
        </pc:spChg>
        <pc:spChg chg="add mod">
          <ac:chgData name="Noritsuna Imamura" userId="5b2da16fa1785921" providerId="LiveId" clId="{48082228-C27F-4E20-9B05-69EFA333094A}" dt="2025-06-09T17:20:10.696" v="5964" actId="164"/>
          <ac:spMkLst>
            <pc:docMk/>
            <pc:sldMk cId="1889887151" sldId="4674"/>
            <ac:spMk id="19" creationId="{8C81CE64-5FF5-AF7A-2F97-CDD71BA9E7D9}"/>
          </ac:spMkLst>
        </pc:spChg>
        <pc:spChg chg="add mod">
          <ac:chgData name="Noritsuna Imamura" userId="5b2da16fa1785921" providerId="LiveId" clId="{48082228-C27F-4E20-9B05-69EFA333094A}" dt="2025-06-09T17:20:10.696" v="5964" actId="164"/>
          <ac:spMkLst>
            <pc:docMk/>
            <pc:sldMk cId="1889887151" sldId="4674"/>
            <ac:spMk id="21" creationId="{78060C21-D909-9C5B-B5A9-A8399CDBA7D9}"/>
          </ac:spMkLst>
        </pc:spChg>
        <pc:spChg chg="add mod">
          <ac:chgData name="Noritsuna Imamura" userId="5b2da16fa1785921" providerId="LiveId" clId="{48082228-C27F-4E20-9B05-69EFA333094A}" dt="2025-06-09T17:20:10.696" v="5964" actId="164"/>
          <ac:spMkLst>
            <pc:docMk/>
            <pc:sldMk cId="1889887151" sldId="4674"/>
            <ac:spMk id="25" creationId="{D0EF8536-1A4F-F9CB-3DAC-7FE8716705CF}"/>
          </ac:spMkLst>
        </pc:spChg>
        <pc:spChg chg="add mod">
          <ac:chgData name="Noritsuna Imamura" userId="5b2da16fa1785921" providerId="LiveId" clId="{48082228-C27F-4E20-9B05-69EFA333094A}" dt="2025-06-09T17:20:10.696" v="5964" actId="164"/>
          <ac:spMkLst>
            <pc:docMk/>
            <pc:sldMk cId="1889887151" sldId="4674"/>
            <ac:spMk id="28" creationId="{5839FAAF-0319-E7C0-5EB6-192C0ECAE7F1}"/>
          </ac:spMkLst>
        </pc:spChg>
        <pc:spChg chg="add mod">
          <ac:chgData name="Noritsuna Imamura" userId="5b2da16fa1785921" providerId="LiveId" clId="{48082228-C27F-4E20-9B05-69EFA333094A}" dt="2025-06-09T17:20:10.696" v="5964" actId="164"/>
          <ac:spMkLst>
            <pc:docMk/>
            <pc:sldMk cId="1889887151" sldId="4674"/>
            <ac:spMk id="32" creationId="{FC8F57F4-F62E-BABA-3729-94314AF827CE}"/>
          </ac:spMkLst>
        </pc:spChg>
        <pc:spChg chg="add mod">
          <ac:chgData name="Noritsuna Imamura" userId="5b2da16fa1785921" providerId="LiveId" clId="{48082228-C27F-4E20-9B05-69EFA333094A}" dt="2025-06-09T18:03:32.507" v="6413" actId="20577"/>
          <ac:spMkLst>
            <pc:docMk/>
            <pc:sldMk cId="1889887151" sldId="4674"/>
            <ac:spMk id="34" creationId="{5DA2B1C1-387A-9B53-8F1D-4D27747D90FD}"/>
          </ac:spMkLst>
        </pc:spChg>
        <pc:spChg chg="add">
          <ac:chgData name="Noritsuna Imamura" userId="5b2da16fa1785921" providerId="LiveId" clId="{48082228-C27F-4E20-9B05-69EFA333094A}" dt="2025-06-09T18:01:36.733" v="6359" actId="26606"/>
          <ac:spMkLst>
            <pc:docMk/>
            <pc:sldMk cId="1889887151" sldId="4674"/>
            <ac:spMk id="40" creationId="{DBC6133C-0615-4CE4-9132-37E609A9BDFA}"/>
          </ac:spMkLst>
        </pc:spChg>
        <pc:spChg chg="add">
          <ac:chgData name="Noritsuna Imamura" userId="5b2da16fa1785921" providerId="LiveId" clId="{48082228-C27F-4E20-9B05-69EFA333094A}" dt="2025-06-09T18:01:36.733" v="6359" actId="26606"/>
          <ac:spMkLst>
            <pc:docMk/>
            <pc:sldMk cId="1889887151" sldId="4674"/>
            <ac:spMk id="42" creationId="{169CC832-2974-4E8D-90ED-3E2941BA7336}"/>
          </ac:spMkLst>
        </pc:spChg>
        <pc:spChg chg="add">
          <ac:chgData name="Noritsuna Imamura" userId="5b2da16fa1785921" providerId="LiveId" clId="{48082228-C27F-4E20-9B05-69EFA333094A}" dt="2025-06-09T18:01:36.733" v="6359" actId="26606"/>
          <ac:spMkLst>
            <pc:docMk/>
            <pc:sldMk cId="1889887151" sldId="4674"/>
            <ac:spMk id="44" creationId="{55222F96-971A-4F90-B841-6BAB416C7AC1}"/>
          </ac:spMkLst>
        </pc:spChg>
        <pc:spChg chg="add">
          <ac:chgData name="Noritsuna Imamura" userId="5b2da16fa1785921" providerId="LiveId" clId="{48082228-C27F-4E20-9B05-69EFA333094A}" dt="2025-06-09T18:01:36.733" v="6359" actId="26606"/>
          <ac:spMkLst>
            <pc:docMk/>
            <pc:sldMk cId="1889887151" sldId="4674"/>
            <ac:spMk id="46" creationId="{08980754-6F4B-43C9-B9BE-127B6BED6586}"/>
          </ac:spMkLst>
        </pc:spChg>
        <pc:spChg chg="add">
          <ac:chgData name="Noritsuna Imamura" userId="5b2da16fa1785921" providerId="LiveId" clId="{48082228-C27F-4E20-9B05-69EFA333094A}" dt="2025-06-09T18:01:36.733" v="6359" actId="26606"/>
          <ac:spMkLst>
            <pc:docMk/>
            <pc:sldMk cId="1889887151" sldId="4674"/>
            <ac:spMk id="48" creationId="{2C1BBA94-3F40-40AA-8BB9-E69E25E537C1}"/>
          </ac:spMkLst>
        </pc:spChg>
        <pc:grpChg chg="add mod ord">
          <ac:chgData name="Noritsuna Imamura" userId="5b2da16fa1785921" providerId="LiveId" clId="{48082228-C27F-4E20-9B05-69EFA333094A}" dt="2025-06-09T18:01:36.733" v="6359" actId="26606"/>
          <ac:grpSpMkLst>
            <pc:docMk/>
            <pc:sldMk cId="1889887151" sldId="4674"/>
            <ac:grpSpMk id="35" creationId="{A57A0240-3B9B-C032-B724-F54CBE9CEF8F}"/>
          </ac:grpSpMkLst>
        </pc:grpChg>
      </pc:sldChg>
      <pc:sldChg chg="addSp delSp modSp new mod setBg">
        <pc:chgData name="Noritsuna Imamura" userId="5b2da16fa1785921" providerId="LiveId" clId="{48082228-C27F-4E20-9B05-69EFA333094A}" dt="2025-06-09T17:55:14.831" v="6249" actId="20577"/>
        <pc:sldMkLst>
          <pc:docMk/>
          <pc:sldMk cId="182656213" sldId="4675"/>
        </pc:sldMkLst>
        <pc:spChg chg="mod">
          <ac:chgData name="Noritsuna Imamura" userId="5b2da16fa1785921" providerId="LiveId" clId="{48082228-C27F-4E20-9B05-69EFA333094A}" dt="2025-06-09T17:48:47.159" v="6169" actId="26606"/>
          <ac:spMkLst>
            <pc:docMk/>
            <pc:sldMk cId="182656213" sldId="4675"/>
            <ac:spMk id="2" creationId="{8A9D9419-5FBC-6A1E-5784-B50548439166}"/>
          </ac:spMkLst>
        </pc:spChg>
        <pc:spChg chg="add mod">
          <ac:chgData name="Noritsuna Imamura" userId="5b2da16fa1785921" providerId="LiveId" clId="{48082228-C27F-4E20-9B05-69EFA333094A}" dt="2025-06-09T17:49:08.932" v="6175" actId="1076"/>
          <ac:spMkLst>
            <pc:docMk/>
            <pc:sldMk cId="182656213" sldId="4675"/>
            <ac:spMk id="51" creationId="{31C909FB-253A-F3BA-92B1-BECCF5C8C3FB}"/>
          </ac:spMkLst>
        </pc:spChg>
        <pc:spChg chg="add">
          <ac:chgData name="Noritsuna Imamura" userId="5b2da16fa1785921" providerId="LiveId" clId="{48082228-C27F-4E20-9B05-69EFA333094A}" dt="2025-06-09T17:48:47.159" v="6169" actId="26606"/>
          <ac:spMkLst>
            <pc:docMk/>
            <pc:sldMk cId="182656213" sldId="4675"/>
            <ac:spMk id="52" creationId="{56E9B3E6-E277-4D68-BA48-9CB43FFBD6E2}"/>
          </ac:spMkLst>
        </pc:spChg>
        <pc:spChg chg="add">
          <ac:chgData name="Noritsuna Imamura" userId="5b2da16fa1785921" providerId="LiveId" clId="{48082228-C27F-4E20-9B05-69EFA333094A}" dt="2025-06-09T17:48:47.159" v="6169" actId="26606"/>
          <ac:spMkLst>
            <pc:docMk/>
            <pc:sldMk cId="182656213" sldId="4675"/>
            <ac:spMk id="63" creationId="{D5B0017B-2ECA-49AF-B397-DC140825DF8D}"/>
          </ac:spMkLst>
        </pc:spChg>
        <pc:spChg chg="add mod">
          <ac:chgData name="Noritsuna Imamura" userId="5b2da16fa1785921" providerId="LiveId" clId="{48082228-C27F-4E20-9B05-69EFA333094A}" dt="2025-06-09T17:54:20.368" v="6205" actId="20577"/>
          <ac:spMkLst>
            <pc:docMk/>
            <pc:sldMk cId="182656213" sldId="4675"/>
            <ac:spMk id="66" creationId="{A8A2DDD5-3AA5-F2FA-6E7F-C7C1CFD29B28}"/>
          </ac:spMkLst>
        </pc:spChg>
        <pc:spChg chg="add mod">
          <ac:chgData name="Noritsuna Imamura" userId="5b2da16fa1785921" providerId="LiveId" clId="{48082228-C27F-4E20-9B05-69EFA333094A}" dt="2025-06-09T17:54:29.828" v="6206" actId="1076"/>
          <ac:spMkLst>
            <pc:docMk/>
            <pc:sldMk cId="182656213" sldId="4675"/>
            <ac:spMk id="67" creationId="{DF57DD07-031A-ECCE-5DE1-952FBF35BB83}"/>
          </ac:spMkLst>
        </pc:spChg>
        <pc:spChg chg="add mod">
          <ac:chgData name="Noritsuna Imamura" userId="5b2da16fa1785921" providerId="LiveId" clId="{48082228-C27F-4E20-9B05-69EFA333094A}" dt="2025-06-09T17:49:08.932" v="6175" actId="1076"/>
          <ac:spMkLst>
            <pc:docMk/>
            <pc:sldMk cId="182656213" sldId="4675"/>
            <ac:spMk id="68" creationId="{DFB4020C-C89A-EC4E-F5C1-2C42A7EFBF6A}"/>
          </ac:spMkLst>
        </pc:spChg>
        <pc:spChg chg="add mod">
          <ac:chgData name="Noritsuna Imamura" userId="5b2da16fa1785921" providerId="LiveId" clId="{48082228-C27F-4E20-9B05-69EFA333094A}" dt="2025-06-09T17:49:08.932" v="6175" actId="1076"/>
          <ac:spMkLst>
            <pc:docMk/>
            <pc:sldMk cId="182656213" sldId="4675"/>
            <ac:spMk id="70" creationId="{35122BA1-7A1A-989F-452A-04606644CD8D}"/>
          </ac:spMkLst>
        </pc:spChg>
        <pc:spChg chg="add mod">
          <ac:chgData name="Noritsuna Imamura" userId="5b2da16fa1785921" providerId="LiveId" clId="{48082228-C27F-4E20-9B05-69EFA333094A}" dt="2025-06-09T17:55:14.831" v="6249" actId="20577"/>
          <ac:spMkLst>
            <pc:docMk/>
            <pc:sldMk cId="182656213" sldId="4675"/>
            <ac:spMk id="82" creationId="{4F68755C-E290-800B-07D2-2494612629DF}"/>
          </ac:spMkLst>
        </pc:spChg>
        <pc:grpChg chg="add">
          <ac:chgData name="Noritsuna Imamura" userId="5b2da16fa1785921" providerId="LiveId" clId="{48082228-C27F-4E20-9B05-69EFA333094A}" dt="2025-06-09T17:48:47.159" v="6169" actId="26606"/>
          <ac:grpSpMkLst>
            <pc:docMk/>
            <pc:sldMk cId="182656213" sldId="4675"/>
            <ac:grpSpMk id="53" creationId="{AE1C45F0-260A-458C-96ED-C1F6D2151219}"/>
          </ac:grpSpMkLst>
        </pc:grpChg>
        <pc:picChg chg="add mod">
          <ac:chgData name="Noritsuna Imamura" userId="5b2da16fa1785921" providerId="LiveId" clId="{48082228-C27F-4E20-9B05-69EFA333094A}" dt="2025-06-09T17:52:48.318" v="6191" actId="1076"/>
          <ac:picMkLst>
            <pc:docMk/>
            <pc:sldMk cId="182656213" sldId="4675"/>
            <ac:picMk id="81" creationId="{4B55F0E0-2408-928A-EF1B-800D5BA39CEF}"/>
          </ac:picMkLst>
        </pc:picChg>
        <pc:cxnChg chg="add">
          <ac:chgData name="Noritsuna Imamura" userId="5b2da16fa1785921" providerId="LiveId" clId="{48082228-C27F-4E20-9B05-69EFA333094A}" dt="2025-06-09T17:48:47.159" v="6169" actId="26606"/>
          <ac:cxnSpMkLst>
            <pc:docMk/>
            <pc:sldMk cId="182656213" sldId="4675"/>
            <ac:cxnSpMk id="65" creationId="{6CF1BAF6-AD41-4082-B212-8A1F9A2E8779}"/>
          </ac:cxnSpMkLst>
        </pc:cxnChg>
      </pc:sldChg>
      <pc:sldChg chg="addSp delSp modSp new mod setBg">
        <pc:chgData name="Noritsuna Imamura" userId="5b2da16fa1785921" providerId="LiveId" clId="{48082228-C27F-4E20-9B05-69EFA333094A}" dt="2025-06-10T13:27:17.659" v="11481" actId="20577"/>
        <pc:sldMkLst>
          <pc:docMk/>
          <pc:sldMk cId="2723599672" sldId="4676"/>
        </pc:sldMkLst>
        <pc:spChg chg="mod">
          <ac:chgData name="Noritsuna Imamura" userId="5b2da16fa1785921" providerId="LiveId" clId="{48082228-C27F-4E20-9B05-69EFA333094A}" dt="2025-06-10T13:27:17.659" v="11481" actId="20577"/>
          <ac:spMkLst>
            <pc:docMk/>
            <pc:sldMk cId="2723599672" sldId="4676"/>
            <ac:spMk id="2" creationId="{63126904-1C79-14BA-F87E-CB5D96880B2D}"/>
          </ac:spMkLst>
        </pc:spChg>
        <pc:spChg chg="mod">
          <ac:chgData name="Noritsuna Imamura" userId="5b2da16fa1785921" providerId="LiveId" clId="{48082228-C27F-4E20-9B05-69EFA333094A}" dt="2025-06-09T18:01:03.120" v="6358" actId="14100"/>
          <ac:spMkLst>
            <pc:docMk/>
            <pc:sldMk cId="2723599672" sldId="4676"/>
            <ac:spMk id="3" creationId="{6CF4B1BB-81F0-1EF6-2A2B-79265A9B42BD}"/>
          </ac:spMkLst>
        </pc:spChg>
        <pc:spChg chg="add">
          <ac:chgData name="Noritsuna Imamura" userId="5b2da16fa1785921" providerId="LiveId" clId="{48082228-C27F-4E20-9B05-69EFA333094A}" dt="2025-06-09T18:00:58.349" v="6357" actId="26606"/>
          <ac:spMkLst>
            <pc:docMk/>
            <pc:sldMk cId="2723599672" sldId="4676"/>
            <ac:spMk id="49" creationId="{058A14AF-9FB5-4CC7-BA35-E8E85D3EDF0E}"/>
          </ac:spMkLst>
        </pc:spChg>
        <pc:spChg chg="add">
          <ac:chgData name="Noritsuna Imamura" userId="5b2da16fa1785921" providerId="LiveId" clId="{48082228-C27F-4E20-9B05-69EFA333094A}" dt="2025-06-09T18:00:58.349" v="6357" actId="26606"/>
          <ac:spMkLst>
            <pc:docMk/>
            <pc:sldMk cId="2723599672" sldId="4676"/>
            <ac:spMk id="51" creationId="{3A9A4357-BD1D-4622-A4FE-766E6AB8DE84}"/>
          </ac:spMkLst>
        </pc:spChg>
        <pc:spChg chg="add">
          <ac:chgData name="Noritsuna Imamura" userId="5b2da16fa1785921" providerId="LiveId" clId="{48082228-C27F-4E20-9B05-69EFA333094A}" dt="2025-06-09T18:00:58.349" v="6357" actId="26606"/>
          <ac:spMkLst>
            <pc:docMk/>
            <pc:sldMk cId="2723599672" sldId="4676"/>
            <ac:spMk id="53" creationId="{E659831F-0D9A-4C63-9EBB-8435B85A440F}"/>
          </ac:spMkLst>
        </pc:spChg>
        <pc:spChg chg="add">
          <ac:chgData name="Noritsuna Imamura" userId="5b2da16fa1785921" providerId="LiveId" clId="{48082228-C27F-4E20-9B05-69EFA333094A}" dt="2025-06-09T18:00:58.349" v="6357" actId="26606"/>
          <ac:spMkLst>
            <pc:docMk/>
            <pc:sldMk cId="2723599672" sldId="4676"/>
            <ac:spMk id="55" creationId="{E6995CE5-F890-4ABA-82A2-26507CE8D2A3}"/>
          </ac:spMkLst>
        </pc:spChg>
        <pc:picChg chg="add mod">
          <ac:chgData name="Noritsuna Imamura" userId="5b2da16fa1785921" providerId="LiveId" clId="{48082228-C27F-4E20-9B05-69EFA333094A}" dt="2025-06-09T17:58:20.096" v="6264" actId="26606"/>
          <ac:picMkLst>
            <pc:docMk/>
            <pc:sldMk cId="2723599672" sldId="4676"/>
            <ac:picMk id="4" creationId="{9D5CC6F1-1DA6-78D4-8B0A-719FD30603E9}"/>
          </ac:picMkLst>
        </pc:picChg>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pChg chg="mod">
          <ac:chgData name="Noritsuna Imamura" userId="5b2da16fa1785921" providerId="LiveId" clId="{48082228-C27F-4E20-9B05-69EFA333094A}" dt="2025-06-09T21:14:43.098" v="8459" actId="20577"/>
          <ac:spMkLst>
            <pc:docMk/>
            <pc:sldMk cId="2964605721" sldId="4679"/>
            <ac:spMk id="2" creationId="{B063FD74-3DAF-728F-34A7-3EE92F40E2F0}"/>
          </ac:spMkLst>
        </pc:spChg>
        <pc:spChg chg="mod">
          <ac:chgData name="Noritsuna Imamura" userId="5b2da16fa1785921" providerId="LiveId" clId="{48082228-C27F-4E20-9B05-69EFA333094A}" dt="2025-06-09T21:15:26.609" v="8526" actId="20577"/>
          <ac:spMkLst>
            <pc:docMk/>
            <pc:sldMk cId="2964605721" sldId="4679"/>
            <ac:spMk id="3" creationId="{56B4B615-D316-C0A5-FF5A-46DBD500F3E1}"/>
          </ac:spMkLst>
        </pc:spChg>
        <pc:spChg chg="add">
          <ac:chgData name="Noritsuna Imamura" userId="5b2da16fa1785921" providerId="LiveId" clId="{48082228-C27F-4E20-9B05-69EFA333094A}" dt="2025-06-09T21:14:38.352" v="8447" actId="26606"/>
          <ac:spMkLst>
            <pc:docMk/>
            <pc:sldMk cId="2964605721" sldId="4679"/>
            <ac:spMk id="8201" creationId="{6ECA6DCB-B7E1-40A9-9524-540C6DA40B1B}"/>
          </ac:spMkLst>
        </pc:spChg>
        <pc:spChg chg="add">
          <ac:chgData name="Noritsuna Imamura" userId="5b2da16fa1785921" providerId="LiveId" clId="{48082228-C27F-4E20-9B05-69EFA333094A}" dt="2025-06-09T21:14:38.352" v="8447" actId="26606"/>
          <ac:spMkLst>
            <pc:docMk/>
            <pc:sldMk cId="2964605721" sldId="4679"/>
            <ac:spMk id="8207" creationId="{3873B707-463F-40B0-8227-E8CC6C67EB25}"/>
          </ac:spMkLst>
        </pc:spChg>
        <pc:spChg chg="add">
          <ac:chgData name="Noritsuna Imamura" userId="5b2da16fa1785921" providerId="LiveId" clId="{48082228-C27F-4E20-9B05-69EFA333094A}" dt="2025-06-09T21:14:38.352" v="8447" actId="26606"/>
          <ac:spMkLst>
            <pc:docMk/>
            <pc:sldMk cId="2964605721" sldId="4679"/>
            <ac:spMk id="8209" creationId="{C13237C8-E62C-4F0D-A318-BD6FB6C2D138}"/>
          </ac:spMkLst>
        </pc:spChg>
        <pc:spChg chg="add">
          <ac:chgData name="Noritsuna Imamura" userId="5b2da16fa1785921" providerId="LiveId" clId="{48082228-C27F-4E20-9B05-69EFA333094A}" dt="2025-06-09T21:14:38.352" v="8447" actId="26606"/>
          <ac:spMkLst>
            <pc:docMk/>
            <pc:sldMk cId="2964605721" sldId="4679"/>
            <ac:spMk id="8211" creationId="{19C9EAEA-39D0-4B0E-A0EB-51E7B26740B1}"/>
          </ac:spMkLst>
        </pc:spChg>
        <pc:spChg chg="add">
          <ac:chgData name="Noritsuna Imamura" userId="5b2da16fa1785921" providerId="LiveId" clId="{48082228-C27F-4E20-9B05-69EFA333094A}" dt="2025-06-09T21:14:38.352" v="8447" actId="26606"/>
          <ac:spMkLst>
            <pc:docMk/>
            <pc:sldMk cId="2964605721" sldId="4679"/>
            <ac:spMk id="8213" creationId="{8CB5D2D7-DF65-4E86-BFBA-FFB9B5ACEB64}"/>
          </ac:spMkLst>
        </pc:spChg>
        <pc:grpChg chg="add">
          <ac:chgData name="Noritsuna Imamura" userId="5b2da16fa1785921" providerId="LiveId" clId="{48082228-C27F-4E20-9B05-69EFA333094A}" dt="2025-06-09T21:14:38.352" v="8447" actId="26606"/>
          <ac:grpSpMkLst>
            <pc:docMk/>
            <pc:sldMk cId="2964605721" sldId="4679"/>
            <ac:grpSpMk id="8203" creationId="{1DE889C7-FAD6-4397-98E2-05D503484459}"/>
          </ac:grpSpMkLst>
        </pc:grpChg>
        <pc:picChg chg="add mod ord">
          <ac:chgData name="Noritsuna Imamura" userId="5b2da16fa1785921" providerId="LiveId" clId="{48082228-C27F-4E20-9B05-69EFA333094A}" dt="2025-06-09T21:14:38.352" v="8447" actId="26606"/>
          <ac:picMkLst>
            <pc:docMk/>
            <pc:sldMk cId="2964605721" sldId="4679"/>
            <ac:picMk id="8194" creationId="{6F3749A9-7935-C077-B90D-C037309FCC70}"/>
          </ac:picMkLst>
        </pc:picChg>
        <pc:picChg chg="add mod">
          <ac:chgData name="Noritsuna Imamura" userId="5b2da16fa1785921" providerId="LiveId" clId="{48082228-C27F-4E20-9B05-69EFA333094A}" dt="2025-06-09T21:14:38.352" v="8447" actId="26606"/>
          <ac:picMkLst>
            <pc:docMk/>
            <pc:sldMk cId="2964605721" sldId="4679"/>
            <ac:picMk id="8196" creationId="{EFBE7CDA-F982-2123-489B-996E6D6E8AED}"/>
          </ac:picMkLst>
        </pc:picChg>
      </pc:sldChg>
      <pc:sldChg chg="addSp delSp modSp new mod ord setBg">
        <pc:chgData name="Noritsuna Imamura" userId="5b2da16fa1785921" providerId="LiveId" clId="{48082228-C27F-4E20-9B05-69EFA333094A}" dt="2025-06-10T12:55:26.595" v="11140" actId="20577"/>
        <pc:sldMkLst>
          <pc:docMk/>
          <pc:sldMk cId="3256602505" sldId="4680"/>
        </pc:sldMkLst>
        <pc:spChg chg="mod">
          <ac:chgData name="Noritsuna Imamura" userId="5b2da16fa1785921" providerId="LiveId" clId="{48082228-C27F-4E20-9B05-69EFA333094A}" dt="2025-06-09T18:44:09.477" v="6737" actId="26606"/>
          <ac:spMkLst>
            <pc:docMk/>
            <pc:sldMk cId="3256602505" sldId="4680"/>
            <ac:spMk id="2" creationId="{AA4ECF8B-72C9-9C30-84B8-132F4DE837D1}"/>
          </ac:spMkLst>
        </pc:spChg>
        <pc:spChg chg="mod">
          <ac:chgData name="Noritsuna Imamura" userId="5b2da16fa1785921" providerId="LiveId" clId="{48082228-C27F-4E20-9B05-69EFA333094A}" dt="2025-06-10T12:55:26.595" v="11140" actId="20577"/>
          <ac:spMkLst>
            <pc:docMk/>
            <pc:sldMk cId="3256602505" sldId="4680"/>
            <ac:spMk id="3" creationId="{87D7B0AE-C05B-9545-A89D-1C8970FF4D1D}"/>
          </ac:spMkLst>
        </pc:spChg>
        <pc:spChg chg="add mod">
          <ac:chgData name="Noritsuna Imamura" userId="5b2da16fa1785921" providerId="LiveId" clId="{48082228-C27F-4E20-9B05-69EFA333094A}" dt="2025-06-09T18:48:40.038" v="7053" actId="164"/>
          <ac:spMkLst>
            <pc:docMk/>
            <pc:sldMk cId="3256602505" sldId="4680"/>
            <ac:spMk id="6" creationId="{1E87C22C-9BD5-CDA7-9B51-C21CEA0B06C4}"/>
          </ac:spMkLst>
        </pc:spChg>
        <pc:spChg chg="add mod">
          <ac:chgData name="Noritsuna Imamura" userId="5b2da16fa1785921" providerId="LiveId" clId="{48082228-C27F-4E20-9B05-69EFA333094A}" dt="2025-06-09T18:48:40.038" v="7053" actId="164"/>
          <ac:spMkLst>
            <pc:docMk/>
            <pc:sldMk cId="3256602505" sldId="4680"/>
            <ac:spMk id="7" creationId="{8A32FD44-F394-AA96-176D-ECC2A5F391B9}"/>
          </ac:spMkLst>
        </pc:spChg>
        <pc:spChg chg="add mod">
          <ac:chgData name="Noritsuna Imamura" userId="5b2da16fa1785921" providerId="LiveId" clId="{48082228-C27F-4E20-9B05-69EFA333094A}" dt="2025-06-09T19:00:04.987" v="7233" actId="1076"/>
          <ac:spMkLst>
            <pc:docMk/>
            <pc:sldMk cId="3256602505" sldId="4680"/>
            <ac:spMk id="11" creationId="{51D07511-DE62-8B27-7998-4AB36FE450F4}"/>
          </ac:spMkLst>
        </pc:spChg>
        <pc:spChg chg="add">
          <ac:chgData name="Noritsuna Imamura" userId="5b2da16fa1785921" providerId="LiveId" clId="{48082228-C27F-4E20-9B05-69EFA333094A}" dt="2025-06-09T18:51:58.734" v="7170" actId="26606"/>
          <ac:spMkLst>
            <pc:docMk/>
            <pc:sldMk cId="3256602505" sldId="4680"/>
            <ac:spMk id="54" creationId="{058A14AF-9FB5-4CC7-BA35-E8E85D3EDF0E}"/>
          </ac:spMkLst>
        </pc:spChg>
        <pc:spChg chg="add">
          <ac:chgData name="Noritsuna Imamura" userId="5b2da16fa1785921" providerId="LiveId" clId="{48082228-C27F-4E20-9B05-69EFA333094A}" dt="2025-06-09T18:51:58.734" v="7170" actId="26606"/>
          <ac:spMkLst>
            <pc:docMk/>
            <pc:sldMk cId="3256602505" sldId="4680"/>
            <ac:spMk id="56" creationId="{3A9A4357-BD1D-4622-A4FE-766E6AB8DE84}"/>
          </ac:spMkLst>
        </pc:spChg>
        <pc:spChg chg="add">
          <ac:chgData name="Noritsuna Imamura" userId="5b2da16fa1785921" providerId="LiveId" clId="{48082228-C27F-4E20-9B05-69EFA333094A}" dt="2025-06-09T18:51:58.734" v="7170" actId="26606"/>
          <ac:spMkLst>
            <pc:docMk/>
            <pc:sldMk cId="3256602505" sldId="4680"/>
            <ac:spMk id="58" creationId="{E659831F-0D9A-4C63-9EBB-8435B85A440F}"/>
          </ac:spMkLst>
        </pc:spChg>
        <pc:spChg chg="add">
          <ac:chgData name="Noritsuna Imamura" userId="5b2da16fa1785921" providerId="LiveId" clId="{48082228-C27F-4E20-9B05-69EFA333094A}" dt="2025-06-09T18:51:58.734" v="7170" actId="26606"/>
          <ac:spMkLst>
            <pc:docMk/>
            <pc:sldMk cId="3256602505" sldId="4680"/>
            <ac:spMk id="60" creationId="{E6995CE5-F890-4ABA-82A2-26507CE8D2A3}"/>
          </ac:spMkLst>
        </pc:spChg>
        <pc:grpChg chg="add mod">
          <ac:chgData name="Noritsuna Imamura" userId="5b2da16fa1785921" providerId="LiveId" clId="{48082228-C27F-4E20-9B05-69EFA333094A}" dt="2025-06-09T18:48:40.038" v="7053" actId="164"/>
          <ac:grpSpMkLst>
            <pc:docMk/>
            <pc:sldMk cId="3256602505" sldId="4680"/>
            <ac:grpSpMk id="8" creationId="{983EC362-3198-3783-4991-57A34535978A}"/>
          </ac:grpSpMkLst>
        </pc:grpChg>
        <pc:picChg chg="add mod">
          <ac:chgData name="Noritsuna Imamura" userId="5b2da16fa1785921" providerId="LiveId" clId="{48082228-C27F-4E20-9B05-69EFA333094A}" dt="2025-06-09T18:48:40.038" v="7053" actId="164"/>
          <ac:picMkLst>
            <pc:docMk/>
            <pc:sldMk cId="3256602505" sldId="4680"/>
            <ac:picMk id="5" creationId="{EE6C5E39-E392-56E0-32B9-98792B25CD66}"/>
          </ac:picMkLst>
        </pc:picChg>
      </pc:sldChg>
      <pc:sldChg chg="addSp delSp modSp new mod ord">
        <pc:chgData name="Noritsuna Imamura" userId="5b2da16fa1785921" providerId="LiveId" clId="{48082228-C27F-4E20-9B05-69EFA333094A}" dt="2025-06-11T10:50:05.255" v="15498" actId="14100"/>
        <pc:sldMkLst>
          <pc:docMk/>
          <pc:sldMk cId="2568532416" sldId="4681"/>
        </pc:sldMkLst>
        <pc:spChg chg="mod">
          <ac:chgData name="Noritsuna Imamura" userId="5b2da16fa1785921" providerId="LiveId" clId="{48082228-C27F-4E20-9B05-69EFA333094A}" dt="2025-06-11T10:43:39.587" v="15336" actId="26606"/>
          <ac:spMkLst>
            <pc:docMk/>
            <pc:sldMk cId="2568532416" sldId="4681"/>
            <ac:spMk id="2" creationId="{3E8658D4-DBCD-2A97-967E-162B587905C3}"/>
          </ac:spMkLst>
        </pc:spChg>
        <pc:spChg chg="mod">
          <ac:chgData name="Noritsuna Imamura" userId="5b2da16fa1785921" providerId="LiveId" clId="{48082228-C27F-4E20-9B05-69EFA333094A}" dt="2025-06-11T10:50:05.255" v="15498" actId="14100"/>
          <ac:spMkLst>
            <pc:docMk/>
            <pc:sldMk cId="2568532416" sldId="4681"/>
            <ac:spMk id="3" creationId="{EA3C7097-1859-B051-1ACC-553302917B46}"/>
          </ac:spMkLst>
        </pc:spChg>
        <pc:spChg chg="add">
          <ac:chgData name="Noritsuna Imamura" userId="5b2da16fa1785921" providerId="LiveId" clId="{48082228-C27F-4E20-9B05-69EFA333094A}" dt="2025-06-11T10:50:01.536" v="15497" actId="26606"/>
          <ac:spMkLst>
            <pc:docMk/>
            <pc:sldMk cId="2568532416" sldId="4681"/>
            <ac:spMk id="10330" creationId="{DBC6133C-0615-4CE4-9132-37E609A9BDFA}"/>
          </ac:spMkLst>
        </pc:spChg>
        <pc:spChg chg="add">
          <ac:chgData name="Noritsuna Imamura" userId="5b2da16fa1785921" providerId="LiveId" clId="{48082228-C27F-4E20-9B05-69EFA333094A}" dt="2025-06-11T10:50:01.536" v="15497" actId="26606"/>
          <ac:spMkLst>
            <pc:docMk/>
            <pc:sldMk cId="2568532416" sldId="4681"/>
            <ac:spMk id="10332" creationId="{169CC832-2974-4E8D-90ED-3E2941BA7336}"/>
          </ac:spMkLst>
        </pc:spChg>
        <pc:spChg chg="add">
          <ac:chgData name="Noritsuna Imamura" userId="5b2da16fa1785921" providerId="LiveId" clId="{48082228-C27F-4E20-9B05-69EFA333094A}" dt="2025-06-11T10:50:01.536" v="15497" actId="26606"/>
          <ac:spMkLst>
            <pc:docMk/>
            <pc:sldMk cId="2568532416" sldId="4681"/>
            <ac:spMk id="10334" creationId="{55222F96-971A-4F90-B841-6BAB416C7AC1}"/>
          </ac:spMkLst>
        </pc:spChg>
        <pc:spChg chg="add">
          <ac:chgData name="Noritsuna Imamura" userId="5b2da16fa1785921" providerId="LiveId" clId="{48082228-C27F-4E20-9B05-69EFA333094A}" dt="2025-06-11T10:50:01.536" v="15497" actId="26606"/>
          <ac:spMkLst>
            <pc:docMk/>
            <pc:sldMk cId="2568532416" sldId="4681"/>
            <ac:spMk id="10336" creationId="{08980754-6F4B-43C9-B9BE-127B6BED6586}"/>
          </ac:spMkLst>
        </pc:spChg>
        <pc:spChg chg="add">
          <ac:chgData name="Noritsuna Imamura" userId="5b2da16fa1785921" providerId="LiveId" clId="{48082228-C27F-4E20-9B05-69EFA333094A}" dt="2025-06-11T10:50:01.536" v="15497" actId="26606"/>
          <ac:spMkLst>
            <pc:docMk/>
            <pc:sldMk cId="2568532416" sldId="4681"/>
            <ac:spMk id="10338" creationId="{2C1BBA94-3F40-40AA-8BB9-E69E25E537C1}"/>
          </ac:spMkLst>
        </pc:spChg>
        <pc:picChg chg="mod">
          <ac:chgData name="Noritsuna Imamura" userId="5b2da16fa1785921" providerId="LiveId" clId="{48082228-C27F-4E20-9B05-69EFA333094A}" dt="2025-06-11T10:43:39.577" v="15335" actId="26606"/>
          <ac:picMkLst>
            <pc:docMk/>
            <pc:sldMk cId="2568532416" sldId="4681"/>
            <ac:picMk id="10242" creationId="{1B97D38E-6561-3F24-8520-1B1734B51C66}"/>
          </ac:picMkLst>
        </pc:picChg>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pChg chg="mod">
          <ac:chgData name="Noritsuna Imamura" userId="5b2da16fa1785921" providerId="LiveId" clId="{48082228-C27F-4E20-9B05-69EFA333094A}" dt="2025-06-10T13:52:04.749" v="11674" actId="20577"/>
          <ac:spMkLst>
            <pc:docMk/>
            <pc:sldMk cId="135887114" sldId="4683"/>
            <ac:spMk id="3" creationId="{7AC27CCE-05D4-DED5-2065-D6D78BF94614}"/>
          </ac:spMkLst>
        </pc:spChg>
        <pc:spChg chg="mod ord topLvl">
          <ac:chgData name="Noritsuna Imamura" userId="5b2da16fa1785921" providerId="LiveId" clId="{48082228-C27F-4E20-9B05-69EFA333094A}" dt="2025-06-09T19:09:42.574" v="7638" actId="14100"/>
          <ac:spMkLst>
            <pc:docMk/>
            <pc:sldMk cId="135887114" sldId="4683"/>
            <ac:spMk id="6" creationId="{E29F0FE5-EA60-8EEE-8A0A-266B801A27E1}"/>
          </ac:spMkLst>
        </pc:spChg>
        <pc:spChg chg="mod ord topLvl">
          <ac:chgData name="Noritsuna Imamura" userId="5b2da16fa1785921" providerId="LiveId" clId="{48082228-C27F-4E20-9B05-69EFA333094A}" dt="2025-06-09T19:09:42.574" v="7638" actId="14100"/>
          <ac:spMkLst>
            <pc:docMk/>
            <pc:sldMk cId="135887114" sldId="4683"/>
            <ac:spMk id="7" creationId="{B6264504-D1D0-3D7D-1184-966AEF759963}"/>
          </ac:spMkLst>
        </pc:spChg>
        <pc:spChg chg="add">
          <ac:chgData name="Noritsuna Imamura" userId="5b2da16fa1785921" providerId="LiveId" clId="{48082228-C27F-4E20-9B05-69EFA333094A}" dt="2025-06-09T19:09:27.699" v="7634" actId="26606"/>
          <ac:spMkLst>
            <pc:docMk/>
            <pc:sldMk cId="135887114" sldId="4683"/>
            <ac:spMk id="2057" creationId="{058A14AF-9FB5-4CC7-BA35-E8E85D3EDF0E}"/>
          </ac:spMkLst>
        </pc:spChg>
        <pc:spChg chg="add">
          <ac:chgData name="Noritsuna Imamura" userId="5b2da16fa1785921" providerId="LiveId" clId="{48082228-C27F-4E20-9B05-69EFA333094A}" dt="2025-06-09T19:09:27.699" v="7634" actId="26606"/>
          <ac:spMkLst>
            <pc:docMk/>
            <pc:sldMk cId="135887114" sldId="4683"/>
            <ac:spMk id="2059" creationId="{3A9A4357-BD1D-4622-A4FE-766E6AB8DE84}"/>
          </ac:spMkLst>
        </pc:spChg>
        <pc:spChg chg="add">
          <ac:chgData name="Noritsuna Imamura" userId="5b2da16fa1785921" providerId="LiveId" clId="{48082228-C27F-4E20-9B05-69EFA333094A}" dt="2025-06-09T19:09:27.699" v="7634" actId="26606"/>
          <ac:spMkLst>
            <pc:docMk/>
            <pc:sldMk cId="135887114" sldId="4683"/>
            <ac:spMk id="2061" creationId="{E659831F-0D9A-4C63-9EBB-8435B85A440F}"/>
          </ac:spMkLst>
        </pc:spChg>
        <pc:spChg chg="add">
          <ac:chgData name="Noritsuna Imamura" userId="5b2da16fa1785921" providerId="LiveId" clId="{48082228-C27F-4E20-9B05-69EFA333094A}" dt="2025-06-09T19:09:27.699" v="7634" actId="26606"/>
          <ac:spMkLst>
            <pc:docMk/>
            <pc:sldMk cId="135887114" sldId="4683"/>
            <ac:spMk id="2063" creationId="{E6995CE5-F890-4ABA-82A2-26507CE8D2A3}"/>
          </ac:spMkLst>
        </pc:spChg>
        <pc:grpChg chg="add mod">
          <ac:chgData name="Noritsuna Imamura" userId="5b2da16fa1785921" providerId="LiveId" clId="{48082228-C27F-4E20-9B05-69EFA333094A}" dt="2025-06-09T19:09:42.574" v="7638" actId="14100"/>
          <ac:grpSpMkLst>
            <pc:docMk/>
            <pc:sldMk cId="135887114" sldId="4683"/>
            <ac:grpSpMk id="4" creationId="{707CD1AC-053D-30D9-B013-BC549F5CCD9F}"/>
          </ac:grpSpMkLst>
        </pc:grpChg>
        <pc:picChg chg="add mod">
          <ac:chgData name="Noritsuna Imamura" userId="5b2da16fa1785921" providerId="LiveId" clId="{48082228-C27F-4E20-9B05-69EFA333094A}" dt="2025-06-09T19:09:42.574" v="7638" actId="14100"/>
          <ac:picMkLst>
            <pc:docMk/>
            <pc:sldMk cId="135887114" sldId="4683"/>
            <ac:picMk id="2052" creationId="{6733FFE4-FF51-9583-E1CB-5EB61F83AF11}"/>
          </ac:picMkLst>
        </pc:picChg>
        <pc:picChg chg="add mod">
          <ac:chgData name="Noritsuna Imamura" userId="5b2da16fa1785921" providerId="LiveId" clId="{48082228-C27F-4E20-9B05-69EFA333094A}" dt="2025-06-09T19:11:23.502" v="7646" actId="14100"/>
          <ac:picMkLst>
            <pc:docMk/>
            <pc:sldMk cId="135887114" sldId="4683"/>
            <ac:picMk id="2054" creationId="{13BCBDC2-9AAF-A0F8-31B5-005D70F839D4}"/>
          </ac:picMkLst>
        </pc:picChg>
      </pc:sldChg>
      <pc:sldChg chg="addSp modSp new mod setBg">
        <pc:chgData name="Noritsuna Imamura" userId="5b2da16fa1785921" providerId="LiveId" clId="{48082228-C27F-4E20-9B05-69EFA333094A}" dt="2025-06-10T13:43:04.432" v="11502" actId="20577"/>
        <pc:sldMkLst>
          <pc:docMk/>
          <pc:sldMk cId="1477486762" sldId="4684"/>
        </pc:sldMkLst>
        <pc:spChg chg="mod">
          <ac:chgData name="Noritsuna Imamura" userId="5b2da16fa1785921" providerId="LiveId" clId="{48082228-C27F-4E20-9B05-69EFA333094A}" dt="2025-06-09T21:00:02.415" v="8009" actId="20577"/>
          <ac:spMkLst>
            <pc:docMk/>
            <pc:sldMk cId="1477486762" sldId="4684"/>
            <ac:spMk id="2" creationId="{D69409A6-D58C-576D-3421-86C08B9F0691}"/>
          </ac:spMkLst>
        </pc:spChg>
        <pc:spChg chg="mod">
          <ac:chgData name="Noritsuna Imamura" userId="5b2da16fa1785921" providerId="LiveId" clId="{48082228-C27F-4E20-9B05-69EFA333094A}" dt="2025-06-10T13:43:04.432" v="11502" actId="20577"/>
          <ac:spMkLst>
            <pc:docMk/>
            <pc:sldMk cId="1477486762" sldId="4684"/>
            <ac:spMk id="3" creationId="{547557BB-1C45-4296-172A-1DFA0B43CEFA}"/>
          </ac:spMkLst>
        </pc:spChg>
        <pc:spChg chg="add">
          <ac:chgData name="Noritsuna Imamura" userId="5b2da16fa1785921" providerId="LiveId" clId="{48082228-C27F-4E20-9B05-69EFA333094A}" dt="2025-06-09T20:59:36.543" v="8001" actId="26606"/>
          <ac:spMkLst>
            <pc:docMk/>
            <pc:sldMk cId="1477486762" sldId="4684"/>
            <ac:spMk id="4105" creationId="{F5A5F1D7-F0D0-4687-9BD3-CA6A0714C634}"/>
          </ac:spMkLst>
        </pc:spChg>
        <pc:spChg chg="add">
          <ac:chgData name="Noritsuna Imamura" userId="5b2da16fa1785921" providerId="LiveId" clId="{48082228-C27F-4E20-9B05-69EFA333094A}" dt="2025-06-09T20:59:36.543" v="8001" actId="26606"/>
          <ac:spMkLst>
            <pc:docMk/>
            <pc:sldMk cId="1477486762" sldId="4684"/>
            <ac:spMk id="4112" creationId="{D5B0017B-2ECA-49AF-B397-DC140825DF8D}"/>
          </ac:spMkLst>
        </pc:spChg>
        <pc:grpChg chg="add">
          <ac:chgData name="Noritsuna Imamura" userId="5b2da16fa1785921" providerId="LiveId" clId="{48082228-C27F-4E20-9B05-69EFA333094A}" dt="2025-06-09T20:59:36.543" v="8001" actId="26606"/>
          <ac:grpSpMkLst>
            <pc:docMk/>
            <pc:sldMk cId="1477486762" sldId="4684"/>
            <ac:grpSpMk id="4107" creationId="{AE1C45F0-260A-458C-96ED-C1F6D2151219}"/>
          </ac:grpSpMkLst>
        </pc:grpChg>
        <pc:picChg chg="add mod ord">
          <ac:chgData name="Noritsuna Imamura" userId="5b2da16fa1785921" providerId="LiveId" clId="{48082228-C27F-4E20-9B05-69EFA333094A}" dt="2025-06-09T21:08:07.567" v="8295" actId="14100"/>
          <ac:picMkLst>
            <pc:docMk/>
            <pc:sldMk cId="1477486762" sldId="4684"/>
            <ac:picMk id="4098" creationId="{6F402CE8-C3A8-5FC8-BAF6-28EBA5B5C4DF}"/>
          </ac:picMkLst>
        </pc:picChg>
        <pc:picChg chg="add mod">
          <ac:chgData name="Noritsuna Imamura" userId="5b2da16fa1785921" providerId="LiveId" clId="{48082228-C27F-4E20-9B05-69EFA333094A}" dt="2025-06-09T21:08:30.059" v="8301" actId="14100"/>
          <ac:picMkLst>
            <pc:docMk/>
            <pc:sldMk cId="1477486762" sldId="4684"/>
            <ac:picMk id="4100" creationId="{2777EED6-0C3E-FB31-CBAA-97D1D754C7D2}"/>
          </ac:picMkLst>
        </pc:picChg>
        <pc:cxnChg chg="add mod">
          <ac:chgData name="Noritsuna Imamura" userId="5b2da16fa1785921" providerId="LiveId" clId="{48082228-C27F-4E20-9B05-69EFA333094A}" dt="2025-06-09T21:08:39.201" v="8303" actId="14100"/>
          <ac:cxnSpMkLst>
            <pc:docMk/>
            <pc:sldMk cId="1477486762" sldId="4684"/>
            <ac:cxnSpMk id="4" creationId="{F5EA60CE-C9DA-0506-CE76-554E24E9AEBD}"/>
          </ac:cxnSpMkLst>
        </pc:cxnChg>
        <pc:cxnChg chg="add">
          <ac:chgData name="Noritsuna Imamura" userId="5b2da16fa1785921" providerId="LiveId" clId="{48082228-C27F-4E20-9B05-69EFA333094A}" dt="2025-06-09T20:59:36.543" v="8001" actId="26606"/>
          <ac:cxnSpMkLst>
            <pc:docMk/>
            <pc:sldMk cId="1477486762" sldId="4684"/>
            <ac:cxnSpMk id="4114" creationId="{6CF1BAF6-AD41-4082-B212-8A1F9A2E8779}"/>
          </ac:cxnSpMkLst>
        </pc:cxnChg>
      </pc:sldChg>
      <pc:sldChg chg="addSp delSp modSp new mod setBg">
        <pc:chgData name="Noritsuna Imamura" userId="5b2da16fa1785921" providerId="LiveId" clId="{48082228-C27F-4E20-9B05-69EFA333094A}" dt="2025-06-10T13:26:36.072" v="11468" actId="20577"/>
        <pc:sldMkLst>
          <pc:docMk/>
          <pc:sldMk cId="3733430310" sldId="4685"/>
        </pc:sldMkLst>
        <pc:spChg chg="mod">
          <ac:chgData name="Noritsuna Imamura" userId="5b2da16fa1785921" providerId="LiveId" clId="{48082228-C27F-4E20-9B05-69EFA333094A}" dt="2025-06-09T21:01:41.450" v="8103" actId="20577"/>
          <ac:spMkLst>
            <pc:docMk/>
            <pc:sldMk cId="3733430310" sldId="4685"/>
            <ac:spMk id="2" creationId="{6ACC64A9-BD2E-DD32-2B85-4FB250738959}"/>
          </ac:spMkLst>
        </pc:spChg>
        <pc:spChg chg="add del mod">
          <ac:chgData name="Noritsuna Imamura" userId="5b2da16fa1785921" providerId="LiveId" clId="{48082228-C27F-4E20-9B05-69EFA333094A}" dt="2025-06-10T13:26:36.072" v="11468" actId="20577"/>
          <ac:spMkLst>
            <pc:docMk/>
            <pc:sldMk cId="3733430310" sldId="4685"/>
            <ac:spMk id="3" creationId="{BADA85AC-80DC-A87D-D931-20BE13962415}"/>
          </ac:spMkLst>
        </pc:spChg>
        <pc:spChg chg="add">
          <ac:chgData name="Noritsuna Imamura" userId="5b2da16fa1785921" providerId="LiveId" clId="{48082228-C27F-4E20-9B05-69EFA333094A}" dt="2025-06-09T21:05:17.021" v="8249" actId="26606"/>
          <ac:spMkLst>
            <pc:docMk/>
            <pc:sldMk cId="3733430310" sldId="4685"/>
            <ac:spMk id="5142" creationId="{149FB5C3-7336-4FE0-A30C-CC0A3646D499}"/>
          </ac:spMkLst>
        </pc:spChg>
        <pc:spChg chg="add">
          <ac:chgData name="Noritsuna Imamura" userId="5b2da16fa1785921" providerId="LiveId" clId="{48082228-C27F-4E20-9B05-69EFA333094A}" dt="2025-06-09T21:05:17.021" v="8249" actId="26606"/>
          <ac:spMkLst>
            <pc:docMk/>
            <pc:sldMk cId="3733430310" sldId="4685"/>
            <ac:spMk id="5148" creationId="{0DA909B4-15FF-46A6-8A7F-7AEF977FE9ED}"/>
          </ac:spMkLst>
        </pc:spChg>
        <pc:spChg chg="add">
          <ac:chgData name="Noritsuna Imamura" userId="5b2da16fa1785921" providerId="LiveId" clId="{48082228-C27F-4E20-9B05-69EFA333094A}" dt="2025-06-09T21:05:17.021" v="8249" actId="26606"/>
          <ac:spMkLst>
            <pc:docMk/>
            <pc:sldMk cId="3733430310" sldId="4685"/>
            <ac:spMk id="5150" creationId="{1382A32C-5B0C-4B1C-A074-76C6DBCC9F87}"/>
          </ac:spMkLst>
        </pc:spChg>
        <pc:picChg chg="add mod">
          <ac:chgData name="Noritsuna Imamura" userId="5b2da16fa1785921" providerId="LiveId" clId="{48082228-C27F-4E20-9B05-69EFA333094A}" dt="2025-06-09T21:05:31.201" v="8251"/>
          <ac:picMkLst>
            <pc:docMk/>
            <pc:sldMk cId="3733430310" sldId="4685"/>
            <ac:picMk id="4" creationId="{25A8F12F-0ADA-5AD2-F781-DCF026DFCBB1}"/>
          </ac:picMkLst>
        </pc:picChg>
        <pc:picChg chg="add mod">
          <ac:chgData name="Noritsuna Imamura" userId="5b2da16fa1785921" providerId="LiveId" clId="{48082228-C27F-4E20-9B05-69EFA333094A}" dt="2025-06-09T21:06:42.864" v="8270" actId="1076"/>
          <ac:picMkLst>
            <pc:docMk/>
            <pc:sldMk cId="3733430310" sldId="4685"/>
            <ac:picMk id="5122" creationId="{7DDA043A-0F3D-8736-CC72-364413B1C46C}"/>
          </ac:picMkLst>
        </pc:picChg>
        <pc:picChg chg="add mod">
          <ac:chgData name="Noritsuna Imamura" userId="5b2da16fa1785921" providerId="LiveId" clId="{48082228-C27F-4E20-9B05-69EFA333094A}" dt="2025-06-09T21:06:33.282" v="8268" actId="166"/>
          <ac:picMkLst>
            <pc:docMk/>
            <pc:sldMk cId="3733430310" sldId="4685"/>
            <ac:picMk id="5124" creationId="{EA6EF262-8278-2B62-5FC9-2F669BCBC059}"/>
          </ac:picMkLst>
        </pc:picChg>
        <pc:cxnChg chg="add mod">
          <ac:chgData name="Noritsuna Imamura" userId="5b2da16fa1785921" providerId="LiveId" clId="{48082228-C27F-4E20-9B05-69EFA333094A}" dt="2025-06-09T21:07:35.743" v="8276" actId="1582"/>
          <ac:cxnSpMkLst>
            <pc:docMk/>
            <pc:sldMk cId="3733430310" sldId="4685"/>
            <ac:cxnSpMk id="6" creationId="{E70D383B-017A-4912-0A0E-488B558A74E5}"/>
          </ac:cxnSpMkLst>
        </pc:cxnChg>
      </pc:sldChg>
      <pc:sldChg chg="addSp delSp modSp new mod setBg">
        <pc:chgData name="Noritsuna Imamura" userId="5b2da16fa1785921" providerId="LiveId" clId="{48082228-C27F-4E20-9B05-69EFA333094A}" dt="2025-06-10T13:25:54.391" v="11453" actId="20577"/>
        <pc:sldMkLst>
          <pc:docMk/>
          <pc:sldMk cId="2043723190" sldId="4686"/>
        </pc:sldMkLst>
        <pc:spChg chg="mod">
          <ac:chgData name="Noritsuna Imamura" userId="5b2da16fa1785921" providerId="LiveId" clId="{48082228-C27F-4E20-9B05-69EFA333094A}" dt="2025-06-10T13:25:54.391" v="11453" actId="20577"/>
          <ac:spMkLst>
            <pc:docMk/>
            <pc:sldMk cId="2043723190" sldId="4686"/>
            <ac:spMk id="2" creationId="{BEFA35C4-D26A-F628-5A33-872160478ECF}"/>
          </ac:spMkLst>
        </pc:spChg>
        <pc:spChg chg="add">
          <ac:chgData name="Noritsuna Imamura" userId="5b2da16fa1785921" providerId="LiveId" clId="{48082228-C27F-4E20-9B05-69EFA333094A}" dt="2025-06-09T21:12:58.776" v="8422" actId="26606"/>
          <ac:spMkLst>
            <pc:docMk/>
            <pc:sldMk cId="2043723190" sldId="4686"/>
            <ac:spMk id="6151" creationId="{47942995-B07F-4636-9A06-C6A104B260A8}"/>
          </ac:spMkLst>
        </pc:spChg>
        <pc:spChg chg="add">
          <ac:chgData name="Noritsuna Imamura" userId="5b2da16fa1785921" providerId="LiveId" clId="{48082228-C27F-4E20-9B05-69EFA333094A}" dt="2025-06-09T21:12:58.776" v="8422" actId="26606"/>
          <ac:spMkLst>
            <pc:docMk/>
            <pc:sldMk cId="2043723190" sldId="4686"/>
            <ac:spMk id="6158" creationId="{B81933D1-5615-42C7-9C0B-4EB7105CCE2D}"/>
          </ac:spMkLst>
        </pc:spChg>
        <pc:spChg chg="add">
          <ac:chgData name="Noritsuna Imamura" userId="5b2da16fa1785921" providerId="LiveId" clId="{48082228-C27F-4E20-9B05-69EFA333094A}" dt="2025-06-09T21:12:58.776" v="8422" actId="26606"/>
          <ac:spMkLst>
            <pc:docMk/>
            <pc:sldMk cId="2043723190" sldId="4686"/>
            <ac:spMk id="6160" creationId="{19C9EAEA-39D0-4B0E-A0EB-51E7B26740B1}"/>
          </ac:spMkLst>
        </pc:spChg>
        <pc:grpChg chg="add">
          <ac:chgData name="Noritsuna Imamura" userId="5b2da16fa1785921" providerId="LiveId" clId="{48082228-C27F-4E20-9B05-69EFA333094A}" dt="2025-06-09T21:12:58.776" v="8422" actId="26606"/>
          <ac:grpSpMkLst>
            <pc:docMk/>
            <pc:sldMk cId="2043723190" sldId="4686"/>
            <ac:grpSpMk id="6153" creationId="{032D8612-31EB-44CF-A1D0-14FD4C705424}"/>
          </ac:grpSpMkLst>
        </pc:grpChg>
        <pc:picChg chg="add mod">
          <ac:chgData name="Noritsuna Imamura" userId="5b2da16fa1785921" providerId="LiveId" clId="{48082228-C27F-4E20-9B05-69EFA333094A}" dt="2025-06-09T21:12:58.776" v="8422" actId="26606"/>
          <ac:picMkLst>
            <pc:docMk/>
            <pc:sldMk cId="2043723190" sldId="4686"/>
            <ac:picMk id="6146" creationId="{D19F6B51-CF8D-E2AB-9100-6FDB66975B1A}"/>
          </ac:picMkLst>
        </pc:picChg>
      </pc:sldChg>
      <pc:sldChg chg="modSp add mod ord">
        <pc:chgData name="Noritsuna Imamura" userId="5b2da16fa1785921" providerId="LiveId" clId="{48082228-C27F-4E20-9B05-69EFA333094A}" dt="2025-06-10T12:57:11.664" v="11143"/>
        <pc:sldMkLst>
          <pc:docMk/>
          <pc:sldMk cId="818183656" sldId="4687"/>
        </pc:sldMkLst>
        <pc:spChg chg="mod">
          <ac:chgData name="Noritsuna Imamura" userId="5b2da16fa1785921" providerId="LiveId" clId="{48082228-C27F-4E20-9B05-69EFA333094A}" dt="2025-06-10T12:57:11.664" v="11143"/>
          <ac:spMkLst>
            <pc:docMk/>
            <pc:sldMk cId="818183656" sldId="4687"/>
            <ac:spMk id="2" creationId="{F7B5EA6C-2FB4-93E9-364C-9B93C787E5BE}"/>
          </ac:spMkLst>
        </pc:spChg>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pChg chg="mod">
          <ac:chgData name="Noritsuna Imamura" userId="5b2da16fa1785921" providerId="LiveId" clId="{48082228-C27F-4E20-9B05-69EFA333094A}" dt="2025-06-09T21:21:01.491" v="8677" actId="20577"/>
          <ac:spMkLst>
            <pc:docMk/>
            <pc:sldMk cId="4089863917" sldId="4689"/>
            <ac:spMk id="2" creationId="{40618242-13A6-39AF-B894-BF040623ED2B}"/>
          </ac:spMkLst>
        </pc:spChg>
        <pc:spChg chg="mod">
          <ac:chgData name="Noritsuna Imamura" userId="5b2da16fa1785921" providerId="LiveId" clId="{48082228-C27F-4E20-9B05-69EFA333094A}" dt="2025-06-09T21:23:24.846" v="8748" actId="20577"/>
          <ac:spMkLst>
            <pc:docMk/>
            <pc:sldMk cId="4089863917" sldId="4689"/>
            <ac:spMk id="3" creationId="{A46A0DBF-D89B-32AC-1991-E814627FC55B}"/>
          </ac:spMkLst>
        </pc:spChg>
        <pc:spChg chg="add">
          <ac:chgData name="Noritsuna Imamura" userId="5b2da16fa1785921" providerId="LiveId" clId="{48082228-C27F-4E20-9B05-69EFA333094A}" dt="2025-06-09T21:20:58.846" v="8672" actId="26606"/>
          <ac:spMkLst>
            <pc:docMk/>
            <pc:sldMk cId="4089863917" sldId="4689"/>
            <ac:spMk id="11273" creationId="{AAAE94E3-A7DB-4868-B1E3-E49703488BBC}"/>
          </ac:spMkLst>
        </pc:spChg>
        <pc:spChg chg="add">
          <ac:chgData name="Noritsuna Imamura" userId="5b2da16fa1785921" providerId="LiveId" clId="{48082228-C27F-4E20-9B05-69EFA333094A}" dt="2025-06-09T21:20:58.846" v="8672" actId="26606"/>
          <ac:spMkLst>
            <pc:docMk/>
            <pc:sldMk cId="4089863917" sldId="4689"/>
            <ac:spMk id="11279" creationId="{3873B707-463F-40B0-8227-E8CC6C67EB25}"/>
          </ac:spMkLst>
        </pc:spChg>
        <pc:spChg chg="add">
          <ac:chgData name="Noritsuna Imamura" userId="5b2da16fa1785921" providerId="LiveId" clId="{48082228-C27F-4E20-9B05-69EFA333094A}" dt="2025-06-09T21:20:58.846" v="8672" actId="26606"/>
          <ac:spMkLst>
            <pc:docMk/>
            <pc:sldMk cId="4089863917" sldId="4689"/>
            <ac:spMk id="11281" creationId="{C13237C8-E62C-4F0D-A318-BD6FB6C2D138}"/>
          </ac:spMkLst>
        </pc:spChg>
        <pc:spChg chg="add">
          <ac:chgData name="Noritsuna Imamura" userId="5b2da16fa1785921" providerId="LiveId" clId="{48082228-C27F-4E20-9B05-69EFA333094A}" dt="2025-06-09T21:20:58.846" v="8672" actId="26606"/>
          <ac:spMkLst>
            <pc:docMk/>
            <pc:sldMk cId="4089863917" sldId="4689"/>
            <ac:spMk id="11283" creationId="{19C9EAEA-39D0-4B0E-A0EB-51E7B26740B1}"/>
          </ac:spMkLst>
        </pc:spChg>
        <pc:spChg chg="add">
          <ac:chgData name="Noritsuna Imamura" userId="5b2da16fa1785921" providerId="LiveId" clId="{48082228-C27F-4E20-9B05-69EFA333094A}" dt="2025-06-09T21:20:58.846" v="8672" actId="26606"/>
          <ac:spMkLst>
            <pc:docMk/>
            <pc:sldMk cId="4089863917" sldId="4689"/>
            <ac:spMk id="11285" creationId="{8CB5D2D7-DF65-4E86-BFBA-FFB9B5ACEB64}"/>
          </ac:spMkLst>
        </pc:spChg>
        <pc:grpChg chg="add">
          <ac:chgData name="Noritsuna Imamura" userId="5b2da16fa1785921" providerId="LiveId" clId="{48082228-C27F-4E20-9B05-69EFA333094A}" dt="2025-06-09T21:20:58.846" v="8672" actId="26606"/>
          <ac:grpSpMkLst>
            <pc:docMk/>
            <pc:sldMk cId="4089863917" sldId="4689"/>
            <ac:grpSpMk id="11275" creationId="{1DE889C7-FAD6-4397-98E2-05D503484459}"/>
          </ac:grpSpMkLst>
        </pc:grpChg>
        <pc:picChg chg="add mod">
          <ac:chgData name="Noritsuna Imamura" userId="5b2da16fa1785921" providerId="LiveId" clId="{48082228-C27F-4E20-9B05-69EFA333094A}" dt="2025-06-09T21:20:58.846" v="8672" actId="26606"/>
          <ac:picMkLst>
            <pc:docMk/>
            <pc:sldMk cId="4089863917" sldId="4689"/>
            <ac:picMk id="11266" creationId="{8FC6DBD2-3A64-78EE-8EB9-01848E959607}"/>
          </ac:picMkLst>
        </pc:picChg>
        <pc:picChg chg="add mod">
          <ac:chgData name="Noritsuna Imamura" userId="5b2da16fa1785921" providerId="LiveId" clId="{48082228-C27F-4E20-9B05-69EFA333094A}" dt="2025-06-09T21:20:58.846" v="8672" actId="26606"/>
          <ac:picMkLst>
            <pc:docMk/>
            <pc:sldMk cId="4089863917" sldId="4689"/>
            <ac:picMk id="11268" creationId="{9FFD252B-3554-D424-191A-EC1B92024909}"/>
          </ac:picMkLst>
        </pc:picChg>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pChg chg="mod">
          <ac:chgData name="Noritsuna Imamura" userId="5b2da16fa1785921" providerId="LiveId" clId="{48082228-C27F-4E20-9B05-69EFA333094A}" dt="2025-06-09T21:32:41.631" v="9108" actId="26606"/>
          <ac:spMkLst>
            <pc:docMk/>
            <pc:sldMk cId="3618671005" sldId="4691"/>
            <ac:spMk id="2" creationId="{BDD9C30D-2C45-98C3-1DD3-CC02A36274F0}"/>
          </ac:spMkLst>
        </pc:spChg>
        <pc:spChg chg="mod">
          <ac:chgData name="Noritsuna Imamura" userId="5b2da16fa1785921" providerId="LiveId" clId="{48082228-C27F-4E20-9B05-69EFA333094A}" dt="2025-06-09T21:33:07.827" v="9112" actId="14100"/>
          <ac:spMkLst>
            <pc:docMk/>
            <pc:sldMk cId="3618671005" sldId="4691"/>
            <ac:spMk id="3" creationId="{F7AB0A8F-9A8B-727C-2ECB-634A333B3D05}"/>
          </ac:spMkLst>
        </pc:spChg>
        <pc:spChg chg="add">
          <ac:chgData name="Noritsuna Imamura" userId="5b2da16fa1785921" providerId="LiveId" clId="{48082228-C27F-4E20-9B05-69EFA333094A}" dt="2025-06-09T21:32:41.631" v="9108" actId="26606"/>
          <ac:spMkLst>
            <pc:docMk/>
            <pc:sldMk cId="3618671005" sldId="4691"/>
            <ac:spMk id="10279" creationId="{B7412B8E-484B-4452-8644-AD263F593B44}"/>
          </ac:spMkLst>
        </pc:spChg>
        <pc:spChg chg="add">
          <ac:chgData name="Noritsuna Imamura" userId="5b2da16fa1785921" providerId="LiveId" clId="{48082228-C27F-4E20-9B05-69EFA333094A}" dt="2025-06-09T21:32:41.631" v="9108" actId="26606"/>
          <ac:spMkLst>
            <pc:docMk/>
            <pc:sldMk cId="3618671005" sldId="4691"/>
            <ac:spMk id="10286" creationId="{D5B0017B-2ECA-49AF-B397-DC140825DF8D}"/>
          </ac:spMkLst>
        </pc:spChg>
        <pc:spChg chg="add">
          <ac:chgData name="Noritsuna Imamura" userId="5b2da16fa1785921" providerId="LiveId" clId="{48082228-C27F-4E20-9B05-69EFA333094A}" dt="2025-06-09T21:32:41.631" v="9108" actId="26606"/>
          <ac:spMkLst>
            <pc:docMk/>
            <pc:sldMk cId="3618671005" sldId="4691"/>
            <ac:spMk id="10288" creationId="{0FD95D09-2666-454C-AE57-F5C7D86606F8}"/>
          </ac:spMkLst>
        </pc:spChg>
        <pc:picChg chg="add mod">
          <ac:chgData name="Noritsuna Imamura" userId="5b2da16fa1785921" providerId="LiveId" clId="{48082228-C27F-4E20-9B05-69EFA333094A}" dt="2025-06-09T21:32:53.374" v="9111" actId="1076"/>
          <ac:picMkLst>
            <pc:docMk/>
            <pc:sldMk cId="3618671005" sldId="4691"/>
            <ac:picMk id="4" creationId="{1E80ECE5-6363-5C41-F8BD-314066CE593F}"/>
          </ac:picMkLst>
        </pc:picChg>
        <pc:picChg chg="add mod ord">
          <ac:chgData name="Noritsuna Imamura" userId="5b2da16fa1785921" providerId="LiveId" clId="{48082228-C27F-4E20-9B05-69EFA333094A}" dt="2025-06-09T21:32:48.514" v="9110" actId="1076"/>
          <ac:picMkLst>
            <pc:docMk/>
            <pc:sldMk cId="3618671005" sldId="4691"/>
            <ac:picMk id="10242" creationId="{F47BA4F1-F052-F90A-F29D-F356E6C68C15}"/>
          </ac:picMkLst>
        </pc:picChg>
        <pc:picChg chg="add mod ord">
          <ac:chgData name="Noritsuna Imamura" userId="5b2da16fa1785921" providerId="LiveId" clId="{48082228-C27F-4E20-9B05-69EFA333094A}" dt="2025-06-09T21:32:41.631" v="9108" actId="26606"/>
          <ac:picMkLst>
            <pc:docMk/>
            <pc:sldMk cId="3618671005" sldId="4691"/>
            <ac:picMk id="10246" creationId="{E0056433-FD08-A87C-3C8E-DC2AE19589CE}"/>
          </ac:picMkLst>
        </pc:picChg>
        <pc:picChg chg="add mod">
          <ac:chgData name="Noritsuna Imamura" userId="5b2da16fa1785921" providerId="LiveId" clId="{48082228-C27F-4E20-9B05-69EFA333094A}" dt="2025-06-09T21:32:41.631" v="9108" actId="26606"/>
          <ac:picMkLst>
            <pc:docMk/>
            <pc:sldMk cId="3618671005" sldId="4691"/>
            <ac:picMk id="10248" creationId="{F5A7DD7F-8DF5-86C9-6302-0AF36C925352}"/>
          </ac:picMkLst>
        </pc:picChg>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pChg chg="mod">
          <ac:chgData name="Noritsuna Imamura" userId="5b2da16fa1785921" providerId="LiveId" clId="{48082228-C27F-4E20-9B05-69EFA333094A}" dt="2025-06-09T21:19:53.892" v="8663" actId="20577"/>
          <ac:spMkLst>
            <pc:docMk/>
            <pc:sldMk cId="2321109682" sldId="4693"/>
            <ac:spMk id="2" creationId="{3A8766AB-75FB-365F-54F5-511C36520C94}"/>
          </ac:spMkLst>
        </pc:spChg>
      </pc:sldChg>
      <pc:sldChg chg="addSp delSp modSp new mod setBg">
        <pc:chgData name="Noritsuna Imamura" userId="5b2da16fa1785921" providerId="LiveId" clId="{48082228-C27F-4E20-9B05-69EFA333094A}" dt="2025-06-09T21:27:29.307" v="9010" actId="20577"/>
        <pc:sldMkLst>
          <pc:docMk/>
          <pc:sldMk cId="2227095742" sldId="4694"/>
        </pc:sldMkLst>
        <pc:spChg chg="mod">
          <ac:chgData name="Noritsuna Imamura" userId="5b2da16fa1785921" providerId="LiveId" clId="{48082228-C27F-4E20-9B05-69EFA333094A}" dt="2025-06-09T21:25:15.919" v="8808" actId="26606"/>
          <ac:spMkLst>
            <pc:docMk/>
            <pc:sldMk cId="2227095742" sldId="4694"/>
            <ac:spMk id="2" creationId="{2BEE00F3-A2D5-1845-5F2A-73C027F7BB69}"/>
          </ac:spMkLst>
        </pc:spChg>
        <pc:spChg chg="mod">
          <ac:chgData name="Noritsuna Imamura" userId="5b2da16fa1785921" providerId="LiveId" clId="{48082228-C27F-4E20-9B05-69EFA333094A}" dt="2025-06-09T21:27:29.307" v="9010" actId="20577"/>
          <ac:spMkLst>
            <pc:docMk/>
            <pc:sldMk cId="2227095742" sldId="4694"/>
            <ac:spMk id="3" creationId="{8F915D8C-437D-90C0-A518-32E47DC973FD}"/>
          </ac:spMkLst>
        </pc:spChg>
        <pc:spChg chg="add mod">
          <ac:chgData name="Noritsuna Imamura" userId="5b2da16fa1785921" providerId="LiveId" clId="{48082228-C27F-4E20-9B05-69EFA333094A}" dt="2025-06-09T21:26:11.166" v="8816" actId="14100"/>
          <ac:spMkLst>
            <pc:docMk/>
            <pc:sldMk cId="2227095742" sldId="4694"/>
            <ac:spMk id="4" creationId="{CABD713C-2744-C66B-8E3A-6EB15D73A32C}"/>
          </ac:spMkLst>
        </pc:spChg>
        <pc:spChg chg="add">
          <ac:chgData name="Noritsuna Imamura" userId="5b2da16fa1785921" providerId="LiveId" clId="{48082228-C27F-4E20-9B05-69EFA333094A}" dt="2025-06-09T21:25:15.919" v="8808" actId="26606"/>
          <ac:spMkLst>
            <pc:docMk/>
            <pc:sldMk cId="2227095742" sldId="4694"/>
            <ac:spMk id="12294" creationId="{AAAE94E3-A7DB-4868-B1E3-E49703488BBC}"/>
          </ac:spMkLst>
        </pc:spChg>
        <pc:spChg chg="add">
          <ac:chgData name="Noritsuna Imamura" userId="5b2da16fa1785921" providerId="LiveId" clId="{48082228-C27F-4E20-9B05-69EFA333094A}" dt="2025-06-09T21:25:15.919" v="8808" actId="26606"/>
          <ac:spMkLst>
            <pc:docMk/>
            <pc:sldMk cId="2227095742" sldId="4694"/>
            <ac:spMk id="12302" creationId="{3873B707-463F-40B0-8227-E8CC6C67EB25}"/>
          </ac:spMkLst>
        </pc:spChg>
        <pc:spChg chg="add">
          <ac:chgData name="Noritsuna Imamura" userId="5b2da16fa1785921" providerId="LiveId" clId="{48082228-C27F-4E20-9B05-69EFA333094A}" dt="2025-06-09T21:25:15.919" v="8808" actId="26606"/>
          <ac:spMkLst>
            <pc:docMk/>
            <pc:sldMk cId="2227095742" sldId="4694"/>
            <ac:spMk id="12304" creationId="{C13237C8-E62C-4F0D-A318-BD6FB6C2D138}"/>
          </ac:spMkLst>
        </pc:spChg>
        <pc:spChg chg="add">
          <ac:chgData name="Noritsuna Imamura" userId="5b2da16fa1785921" providerId="LiveId" clId="{48082228-C27F-4E20-9B05-69EFA333094A}" dt="2025-06-09T21:25:15.919" v="8808" actId="26606"/>
          <ac:spMkLst>
            <pc:docMk/>
            <pc:sldMk cId="2227095742" sldId="4694"/>
            <ac:spMk id="12306" creationId="{19C9EAEA-39D0-4B0E-A0EB-51E7B26740B1}"/>
          </ac:spMkLst>
        </pc:spChg>
        <pc:spChg chg="add">
          <ac:chgData name="Noritsuna Imamura" userId="5b2da16fa1785921" providerId="LiveId" clId="{48082228-C27F-4E20-9B05-69EFA333094A}" dt="2025-06-09T21:25:15.919" v="8808" actId="26606"/>
          <ac:spMkLst>
            <pc:docMk/>
            <pc:sldMk cId="2227095742" sldId="4694"/>
            <ac:spMk id="12308" creationId="{8CB5D2D7-DF65-4E86-BFBA-FFB9B5ACEB64}"/>
          </ac:spMkLst>
        </pc:spChg>
        <pc:grpChg chg="add">
          <ac:chgData name="Noritsuna Imamura" userId="5b2da16fa1785921" providerId="LiveId" clId="{48082228-C27F-4E20-9B05-69EFA333094A}" dt="2025-06-09T21:25:15.919" v="8808" actId="26606"/>
          <ac:grpSpMkLst>
            <pc:docMk/>
            <pc:sldMk cId="2227095742" sldId="4694"/>
            <ac:grpSpMk id="12295" creationId="{1DE889C7-FAD6-4397-98E2-05D503484459}"/>
          </ac:grpSpMkLst>
        </pc:grpChg>
        <pc:picChg chg="add mod ord">
          <ac:chgData name="Noritsuna Imamura" userId="5b2da16fa1785921" providerId="LiveId" clId="{48082228-C27F-4E20-9B05-69EFA333094A}" dt="2025-06-09T21:25:15.919" v="8808" actId="26606"/>
          <ac:picMkLst>
            <pc:docMk/>
            <pc:sldMk cId="2227095742" sldId="4694"/>
            <ac:picMk id="12290" creationId="{E08AC82D-4F2D-17A6-8048-9EDBC027888C}"/>
          </ac:picMkLst>
        </pc:picChg>
        <pc:picChg chg="add mod">
          <ac:chgData name="Noritsuna Imamura" userId="5b2da16fa1785921" providerId="LiveId" clId="{48082228-C27F-4E20-9B05-69EFA333094A}" dt="2025-06-09T21:25:15.919" v="8808" actId="26606"/>
          <ac:picMkLst>
            <pc:docMk/>
            <pc:sldMk cId="2227095742" sldId="4694"/>
            <ac:picMk id="12292" creationId="{A2184E85-99FA-D22D-F701-D868AA925148}"/>
          </ac:picMkLst>
        </pc:picChg>
      </pc:sldChg>
      <pc:sldChg chg="modSp add mod ord">
        <pc:chgData name="Noritsuna Imamura" userId="5b2da16fa1785921" providerId="LiveId" clId="{48082228-C27F-4E20-9B05-69EFA333094A}" dt="2025-06-09T21:24:19.410" v="8763" actId="20577"/>
        <pc:sldMkLst>
          <pc:docMk/>
          <pc:sldMk cId="3448477178" sldId="4695"/>
        </pc:sldMkLst>
        <pc:spChg chg="mod">
          <ac:chgData name="Noritsuna Imamura" userId="5b2da16fa1785921" providerId="LiveId" clId="{48082228-C27F-4E20-9B05-69EFA333094A}" dt="2025-06-09T21:24:19.410" v="8763" actId="20577"/>
          <ac:spMkLst>
            <pc:docMk/>
            <pc:sldMk cId="3448477178" sldId="4695"/>
            <ac:spMk id="2" creationId="{F344E5CC-BDEE-FE6C-AA05-DBC053AD4182}"/>
          </ac:spMkLst>
        </pc:spChg>
      </pc:sldChg>
      <pc:sldChg chg="modSp add mod">
        <pc:chgData name="Noritsuna Imamura" userId="5b2da16fa1785921" providerId="LiveId" clId="{48082228-C27F-4E20-9B05-69EFA333094A}" dt="2025-06-11T09:24:16.762" v="14571" actId="20577"/>
        <pc:sldMkLst>
          <pc:docMk/>
          <pc:sldMk cId="2837676697" sldId="4696"/>
        </pc:sldMkLst>
        <pc:spChg chg="mod">
          <ac:chgData name="Noritsuna Imamura" userId="5b2da16fa1785921" providerId="LiveId" clId="{48082228-C27F-4E20-9B05-69EFA333094A}" dt="2025-06-09T21:34:55.301" v="9156" actId="20577"/>
          <ac:spMkLst>
            <pc:docMk/>
            <pc:sldMk cId="2837676697" sldId="4696"/>
            <ac:spMk id="2" creationId="{3C0B02F8-F539-6FBF-87B7-453C7335678B}"/>
          </ac:spMkLst>
        </pc:spChg>
        <pc:spChg chg="mod">
          <ac:chgData name="Noritsuna Imamura" userId="5b2da16fa1785921" providerId="LiveId" clId="{48082228-C27F-4E20-9B05-69EFA333094A}" dt="2025-06-11T09:24:16.762" v="14571" actId="20577"/>
          <ac:spMkLst>
            <pc:docMk/>
            <pc:sldMk cId="2837676697" sldId="4696"/>
            <ac:spMk id="3" creationId="{5D3E5B1A-3834-B4F3-7A70-DE72867430B0}"/>
          </ac:spMkLst>
        </pc:spChg>
      </pc:sldChg>
      <pc:sldChg chg="modSp add mod ord">
        <pc:chgData name="Noritsuna Imamura" userId="5b2da16fa1785921" providerId="LiveId" clId="{48082228-C27F-4E20-9B05-69EFA333094A}" dt="2025-06-09T21:59:09.965" v="9447" actId="20577"/>
        <pc:sldMkLst>
          <pc:docMk/>
          <pc:sldMk cId="3092218253" sldId="4697"/>
        </pc:sldMkLst>
        <pc:spChg chg="mod">
          <ac:chgData name="Noritsuna Imamura" userId="5b2da16fa1785921" providerId="LiveId" clId="{48082228-C27F-4E20-9B05-69EFA333094A}" dt="2025-06-09T21:59:09.965" v="9447" actId="20577"/>
          <ac:spMkLst>
            <pc:docMk/>
            <pc:sldMk cId="3092218253" sldId="4697"/>
            <ac:spMk id="2" creationId="{9AE4CE4B-CE13-0EC4-6F23-8985375B4B5D}"/>
          </ac:spMkLst>
        </pc:spChg>
      </pc:sldChg>
      <pc:sldChg chg="addSp modSp new mod setBg">
        <pc:chgData name="Noritsuna Imamura" userId="5b2da16fa1785921" providerId="LiveId" clId="{48082228-C27F-4E20-9B05-69EFA333094A}" dt="2025-06-09T22:07:10.116" v="9630" actId="26606"/>
        <pc:sldMkLst>
          <pc:docMk/>
          <pc:sldMk cId="4018704584" sldId="4698"/>
        </pc:sldMkLst>
        <pc:spChg chg="mod">
          <ac:chgData name="Noritsuna Imamura" userId="5b2da16fa1785921" providerId="LiveId" clId="{48082228-C27F-4E20-9B05-69EFA333094A}" dt="2025-06-09T22:07:10.116" v="9630" actId="26606"/>
          <ac:spMkLst>
            <pc:docMk/>
            <pc:sldMk cId="4018704584" sldId="4698"/>
            <ac:spMk id="2" creationId="{DCF0F378-1277-197A-C067-2D87B2603B04}"/>
          </ac:spMkLst>
        </pc:spChg>
        <pc:spChg chg="mod">
          <ac:chgData name="Noritsuna Imamura" userId="5b2da16fa1785921" providerId="LiveId" clId="{48082228-C27F-4E20-9B05-69EFA333094A}" dt="2025-06-09T22:07:10.116" v="9630" actId="26606"/>
          <ac:spMkLst>
            <pc:docMk/>
            <pc:sldMk cId="4018704584" sldId="4698"/>
            <ac:spMk id="3" creationId="{4724449F-BD1D-AC14-D667-B0F6888F1B32}"/>
          </ac:spMkLst>
        </pc:spChg>
        <pc:spChg chg="add">
          <ac:chgData name="Noritsuna Imamura" userId="5b2da16fa1785921" providerId="LiveId" clId="{48082228-C27F-4E20-9B05-69EFA333094A}" dt="2025-06-09T22:07:10.116" v="9630" actId="26606"/>
          <ac:spMkLst>
            <pc:docMk/>
            <pc:sldMk cId="4018704584" sldId="4698"/>
            <ac:spMk id="17417" creationId="{AAAE94E3-A7DB-4868-B1E3-E49703488BBC}"/>
          </ac:spMkLst>
        </pc:spChg>
        <pc:spChg chg="add">
          <ac:chgData name="Noritsuna Imamura" userId="5b2da16fa1785921" providerId="LiveId" clId="{48082228-C27F-4E20-9B05-69EFA333094A}" dt="2025-06-09T22:07:10.116" v="9630" actId="26606"/>
          <ac:spMkLst>
            <pc:docMk/>
            <pc:sldMk cId="4018704584" sldId="4698"/>
            <ac:spMk id="17423" creationId="{3873B707-463F-40B0-8227-E8CC6C67EB25}"/>
          </ac:spMkLst>
        </pc:spChg>
        <pc:spChg chg="add">
          <ac:chgData name="Noritsuna Imamura" userId="5b2da16fa1785921" providerId="LiveId" clId="{48082228-C27F-4E20-9B05-69EFA333094A}" dt="2025-06-09T22:07:10.116" v="9630" actId="26606"/>
          <ac:spMkLst>
            <pc:docMk/>
            <pc:sldMk cId="4018704584" sldId="4698"/>
            <ac:spMk id="17425" creationId="{C13237C8-E62C-4F0D-A318-BD6FB6C2D138}"/>
          </ac:spMkLst>
        </pc:spChg>
        <pc:spChg chg="add">
          <ac:chgData name="Noritsuna Imamura" userId="5b2da16fa1785921" providerId="LiveId" clId="{48082228-C27F-4E20-9B05-69EFA333094A}" dt="2025-06-09T22:07:10.116" v="9630" actId="26606"/>
          <ac:spMkLst>
            <pc:docMk/>
            <pc:sldMk cId="4018704584" sldId="4698"/>
            <ac:spMk id="17427" creationId="{19C9EAEA-39D0-4B0E-A0EB-51E7B26740B1}"/>
          </ac:spMkLst>
        </pc:spChg>
        <pc:spChg chg="add">
          <ac:chgData name="Noritsuna Imamura" userId="5b2da16fa1785921" providerId="LiveId" clId="{48082228-C27F-4E20-9B05-69EFA333094A}" dt="2025-06-09T22:07:10.116" v="9630" actId="26606"/>
          <ac:spMkLst>
            <pc:docMk/>
            <pc:sldMk cId="4018704584" sldId="4698"/>
            <ac:spMk id="17429" creationId="{8CB5D2D7-DF65-4E86-BFBA-FFB9B5ACEB64}"/>
          </ac:spMkLst>
        </pc:spChg>
        <pc:grpChg chg="add">
          <ac:chgData name="Noritsuna Imamura" userId="5b2da16fa1785921" providerId="LiveId" clId="{48082228-C27F-4E20-9B05-69EFA333094A}" dt="2025-06-09T22:07:10.116" v="9630" actId="26606"/>
          <ac:grpSpMkLst>
            <pc:docMk/>
            <pc:sldMk cId="4018704584" sldId="4698"/>
            <ac:grpSpMk id="17419" creationId="{1DE889C7-FAD6-4397-98E2-05D503484459}"/>
          </ac:grpSpMkLst>
        </pc:grpChg>
        <pc:picChg chg="add mod ord">
          <ac:chgData name="Noritsuna Imamura" userId="5b2da16fa1785921" providerId="LiveId" clId="{48082228-C27F-4E20-9B05-69EFA333094A}" dt="2025-06-09T22:07:10.116" v="9630" actId="26606"/>
          <ac:picMkLst>
            <pc:docMk/>
            <pc:sldMk cId="4018704584" sldId="4698"/>
            <ac:picMk id="17410" creationId="{4793133E-E430-4C1A-EC85-B12093252F90}"/>
          </ac:picMkLst>
        </pc:picChg>
        <pc:picChg chg="add mod">
          <ac:chgData name="Noritsuna Imamura" userId="5b2da16fa1785921" providerId="LiveId" clId="{48082228-C27F-4E20-9B05-69EFA333094A}" dt="2025-06-09T22:07:10.116" v="9630" actId="26606"/>
          <ac:picMkLst>
            <pc:docMk/>
            <pc:sldMk cId="4018704584" sldId="4698"/>
            <ac:picMk id="17412" creationId="{BA721E2A-116D-C1DD-C847-35D3C20F9B15}"/>
          </ac:picMkLst>
        </pc:picChg>
      </pc:sldChg>
      <pc:sldChg chg="modSp add">
        <pc:chgData name="Noritsuna Imamura" userId="5b2da16fa1785921" providerId="LiveId" clId="{48082228-C27F-4E20-9B05-69EFA333094A}" dt="2025-06-09T22:00:12.084" v="9450"/>
        <pc:sldMkLst>
          <pc:docMk/>
          <pc:sldMk cId="1599495866" sldId="4699"/>
        </pc:sldMkLst>
        <pc:spChg chg="mod">
          <ac:chgData name="Noritsuna Imamura" userId="5b2da16fa1785921" providerId="LiveId" clId="{48082228-C27F-4E20-9B05-69EFA333094A}" dt="2025-06-09T22:00:12.084" v="9450"/>
          <ac:spMkLst>
            <pc:docMk/>
            <pc:sldMk cId="1599495866" sldId="4699"/>
            <ac:spMk id="2" creationId="{E26BD651-CA31-F54D-302E-856AA8FD8BED}"/>
          </ac:spMkLst>
        </pc:spChg>
      </pc:sldChg>
      <pc:sldChg chg="modSp add">
        <pc:chgData name="Noritsuna Imamura" userId="5b2da16fa1785921" providerId="LiveId" clId="{48082228-C27F-4E20-9B05-69EFA333094A}" dt="2025-06-09T22:05:26.484" v="9576"/>
        <pc:sldMkLst>
          <pc:docMk/>
          <pc:sldMk cId="4177861114" sldId="4700"/>
        </pc:sldMkLst>
        <pc:spChg chg="mod">
          <ac:chgData name="Noritsuna Imamura" userId="5b2da16fa1785921" providerId="LiveId" clId="{48082228-C27F-4E20-9B05-69EFA333094A}" dt="2025-06-09T22:05:26.484" v="9576"/>
          <ac:spMkLst>
            <pc:docMk/>
            <pc:sldMk cId="4177861114" sldId="4700"/>
            <ac:spMk id="2" creationId="{56A9745E-37C1-4DC6-1A7C-630F4031378F}"/>
          </ac:spMkLst>
        </pc:spChg>
      </pc:sldChg>
      <pc:sldChg chg="addSp modSp new mod setBg">
        <pc:chgData name="Noritsuna Imamura" userId="5b2da16fa1785921" providerId="LiveId" clId="{48082228-C27F-4E20-9B05-69EFA333094A}" dt="2025-06-09T21:59:15.693" v="9448" actId="20577"/>
        <pc:sldMkLst>
          <pc:docMk/>
          <pc:sldMk cId="167638522" sldId="4701"/>
        </pc:sldMkLst>
        <pc:spChg chg="mod">
          <ac:chgData name="Noritsuna Imamura" userId="5b2da16fa1785921" providerId="LiveId" clId="{48082228-C27F-4E20-9B05-69EFA333094A}" dt="2025-06-09T21:59:15.693" v="9448" actId="20577"/>
          <ac:spMkLst>
            <pc:docMk/>
            <pc:sldMk cId="167638522" sldId="4701"/>
            <ac:spMk id="2" creationId="{7FC976E2-D8C8-9A17-B93E-25AB52F6C46B}"/>
          </ac:spMkLst>
        </pc:spChg>
        <pc:spChg chg="mod">
          <ac:chgData name="Noritsuna Imamura" userId="5b2da16fa1785921" providerId="LiveId" clId="{48082228-C27F-4E20-9B05-69EFA333094A}" dt="2025-06-09T21:58:41.143" v="9420" actId="14100"/>
          <ac:spMkLst>
            <pc:docMk/>
            <pc:sldMk cId="167638522" sldId="4701"/>
            <ac:spMk id="3" creationId="{DD4A959B-D980-575F-0661-1372BCAE56ED}"/>
          </ac:spMkLst>
        </pc:spChg>
        <pc:spChg chg="add">
          <ac:chgData name="Noritsuna Imamura" userId="5b2da16fa1785921" providerId="LiveId" clId="{48082228-C27F-4E20-9B05-69EFA333094A}" dt="2025-06-09T21:57:20.457" v="9374" actId="26606"/>
          <ac:spMkLst>
            <pc:docMk/>
            <pc:sldMk cId="167638522" sldId="4701"/>
            <ac:spMk id="13321" creationId="{AAAE94E3-A7DB-4868-B1E3-E49703488BBC}"/>
          </ac:spMkLst>
        </pc:spChg>
        <pc:spChg chg="add">
          <ac:chgData name="Noritsuna Imamura" userId="5b2da16fa1785921" providerId="LiveId" clId="{48082228-C27F-4E20-9B05-69EFA333094A}" dt="2025-06-09T21:57:20.457" v="9374" actId="26606"/>
          <ac:spMkLst>
            <pc:docMk/>
            <pc:sldMk cId="167638522" sldId="4701"/>
            <ac:spMk id="13327" creationId="{3873B707-463F-40B0-8227-E8CC6C67EB25}"/>
          </ac:spMkLst>
        </pc:spChg>
        <pc:spChg chg="add">
          <ac:chgData name="Noritsuna Imamura" userId="5b2da16fa1785921" providerId="LiveId" clId="{48082228-C27F-4E20-9B05-69EFA333094A}" dt="2025-06-09T21:57:20.457" v="9374" actId="26606"/>
          <ac:spMkLst>
            <pc:docMk/>
            <pc:sldMk cId="167638522" sldId="4701"/>
            <ac:spMk id="13329" creationId="{C13237C8-E62C-4F0D-A318-BD6FB6C2D138}"/>
          </ac:spMkLst>
        </pc:spChg>
        <pc:spChg chg="add">
          <ac:chgData name="Noritsuna Imamura" userId="5b2da16fa1785921" providerId="LiveId" clId="{48082228-C27F-4E20-9B05-69EFA333094A}" dt="2025-06-09T21:57:20.457" v="9374" actId="26606"/>
          <ac:spMkLst>
            <pc:docMk/>
            <pc:sldMk cId="167638522" sldId="4701"/>
            <ac:spMk id="13331" creationId="{19C9EAEA-39D0-4B0E-A0EB-51E7B26740B1}"/>
          </ac:spMkLst>
        </pc:spChg>
        <pc:spChg chg="add">
          <ac:chgData name="Noritsuna Imamura" userId="5b2da16fa1785921" providerId="LiveId" clId="{48082228-C27F-4E20-9B05-69EFA333094A}" dt="2025-06-09T21:57:20.457" v="9374" actId="26606"/>
          <ac:spMkLst>
            <pc:docMk/>
            <pc:sldMk cId="167638522" sldId="4701"/>
            <ac:spMk id="13333" creationId="{8CB5D2D7-DF65-4E86-BFBA-FFB9B5ACEB64}"/>
          </ac:spMkLst>
        </pc:spChg>
        <pc:grpChg chg="add">
          <ac:chgData name="Noritsuna Imamura" userId="5b2da16fa1785921" providerId="LiveId" clId="{48082228-C27F-4E20-9B05-69EFA333094A}" dt="2025-06-09T21:57:20.457" v="9374" actId="26606"/>
          <ac:grpSpMkLst>
            <pc:docMk/>
            <pc:sldMk cId="167638522" sldId="4701"/>
            <ac:grpSpMk id="13323" creationId="{1DE889C7-FAD6-4397-98E2-05D503484459}"/>
          </ac:grpSpMkLst>
        </pc:grpChg>
        <pc:picChg chg="add mod">
          <ac:chgData name="Noritsuna Imamura" userId="5b2da16fa1785921" providerId="LiveId" clId="{48082228-C27F-4E20-9B05-69EFA333094A}" dt="2025-06-09T21:57:20.457" v="9374" actId="26606"/>
          <ac:picMkLst>
            <pc:docMk/>
            <pc:sldMk cId="167638522" sldId="4701"/>
            <ac:picMk id="13314" creationId="{93AE26A3-F2DA-D98E-0661-C61836354B71}"/>
          </ac:picMkLst>
        </pc:picChg>
        <pc:picChg chg="add mod">
          <ac:chgData name="Noritsuna Imamura" userId="5b2da16fa1785921" providerId="LiveId" clId="{48082228-C27F-4E20-9B05-69EFA333094A}" dt="2025-06-09T21:57:20.457" v="9374" actId="26606"/>
          <ac:picMkLst>
            <pc:docMk/>
            <pc:sldMk cId="167638522" sldId="4701"/>
            <ac:picMk id="13316" creationId="{93631CE5-B390-E10B-6387-75A82E96E167}"/>
          </ac:picMkLst>
        </pc:picChg>
      </pc:sldChg>
      <pc:sldChg chg="addSp modSp new mod setBg">
        <pc:chgData name="Noritsuna Imamura" userId="5b2da16fa1785921" providerId="LiveId" clId="{48082228-C27F-4E20-9B05-69EFA333094A}" dt="2025-06-09T22:02:18.315" v="9559" actId="26606"/>
        <pc:sldMkLst>
          <pc:docMk/>
          <pc:sldMk cId="4198911000" sldId="4702"/>
        </pc:sldMkLst>
        <pc:spChg chg="mod">
          <ac:chgData name="Noritsuna Imamura" userId="5b2da16fa1785921" providerId="LiveId" clId="{48082228-C27F-4E20-9B05-69EFA333094A}" dt="2025-06-09T22:02:18.315" v="9559" actId="26606"/>
          <ac:spMkLst>
            <pc:docMk/>
            <pc:sldMk cId="4198911000" sldId="4702"/>
            <ac:spMk id="2" creationId="{AA0F2061-D269-02F1-F089-EC78E8669416}"/>
          </ac:spMkLst>
        </pc:spChg>
        <pc:spChg chg="mod">
          <ac:chgData name="Noritsuna Imamura" userId="5b2da16fa1785921" providerId="LiveId" clId="{48082228-C27F-4E20-9B05-69EFA333094A}" dt="2025-06-09T22:02:18.315" v="9559" actId="26606"/>
          <ac:spMkLst>
            <pc:docMk/>
            <pc:sldMk cId="4198911000" sldId="4702"/>
            <ac:spMk id="3" creationId="{C7840798-4EDB-3EC7-1D45-D7B3F50F1CCB}"/>
          </ac:spMkLst>
        </pc:spChg>
        <pc:spChg chg="add">
          <ac:chgData name="Noritsuna Imamura" userId="5b2da16fa1785921" providerId="LiveId" clId="{48082228-C27F-4E20-9B05-69EFA333094A}" dt="2025-06-09T22:02:18.315" v="9559" actId="26606"/>
          <ac:spMkLst>
            <pc:docMk/>
            <pc:sldMk cId="4198911000" sldId="4702"/>
            <ac:spMk id="14343" creationId="{28D31E1B-0407-4223-9642-0B642CBF57D9}"/>
          </ac:spMkLst>
        </pc:spChg>
        <pc:spChg chg="add">
          <ac:chgData name="Noritsuna Imamura" userId="5b2da16fa1785921" providerId="LiveId" clId="{48082228-C27F-4E20-9B05-69EFA333094A}" dt="2025-06-09T22:02:18.315" v="9559" actId="26606"/>
          <ac:spMkLst>
            <pc:docMk/>
            <pc:sldMk cId="4198911000" sldId="4702"/>
            <ac:spMk id="14350" creationId="{D5B0017B-2ECA-49AF-B397-DC140825DF8D}"/>
          </ac:spMkLst>
        </pc:spChg>
        <pc:spChg chg="add">
          <ac:chgData name="Noritsuna Imamura" userId="5b2da16fa1785921" providerId="LiveId" clId="{48082228-C27F-4E20-9B05-69EFA333094A}" dt="2025-06-09T22:02:18.315" v="9559" actId="26606"/>
          <ac:spMkLst>
            <pc:docMk/>
            <pc:sldMk cId="4198911000" sldId="4702"/>
            <ac:spMk id="14352" creationId="{70E96339-907C-46C3-99AC-31179B6F0EBD}"/>
          </ac:spMkLst>
        </pc:spChg>
        <pc:grpChg chg="add">
          <ac:chgData name="Noritsuna Imamura" userId="5b2da16fa1785921" providerId="LiveId" clId="{48082228-C27F-4E20-9B05-69EFA333094A}" dt="2025-06-09T22:02:18.315" v="9559" actId="26606"/>
          <ac:grpSpMkLst>
            <pc:docMk/>
            <pc:sldMk cId="4198911000" sldId="4702"/>
            <ac:grpSpMk id="14345" creationId="{AE1C45F0-260A-458C-96ED-C1F6D2151219}"/>
          </ac:grpSpMkLst>
        </pc:grpChg>
        <pc:picChg chg="add mod">
          <ac:chgData name="Noritsuna Imamura" userId="5b2da16fa1785921" providerId="LiveId" clId="{48082228-C27F-4E20-9B05-69EFA333094A}" dt="2025-06-09T22:02:18.315" v="9559" actId="26606"/>
          <ac:picMkLst>
            <pc:docMk/>
            <pc:sldMk cId="4198911000" sldId="4702"/>
            <ac:picMk id="14338" creationId="{6C9B27B5-D404-6649-23B1-41D28EA1249C}"/>
          </ac:picMkLst>
        </pc:picChg>
        <pc:cxnChg chg="add">
          <ac:chgData name="Noritsuna Imamura" userId="5b2da16fa1785921" providerId="LiveId" clId="{48082228-C27F-4E20-9B05-69EFA333094A}" dt="2025-06-09T22:02:18.315" v="9559" actId="26606"/>
          <ac:cxnSpMkLst>
            <pc:docMk/>
            <pc:sldMk cId="4198911000" sldId="4702"/>
            <ac:cxnSpMk id="14354" creationId="{6CF1BAF6-AD41-4082-B212-8A1F9A2E8779}"/>
          </ac:cxnSpMkLst>
        </pc:cxnChg>
      </pc:sldChg>
      <pc:sldChg chg="modSp add mod">
        <pc:chgData name="Noritsuna Imamura" userId="5b2da16fa1785921" providerId="LiveId" clId="{48082228-C27F-4E20-9B05-69EFA333094A}" dt="2025-06-10T18:15:32.554" v="13302" actId="20577"/>
        <pc:sldMkLst>
          <pc:docMk/>
          <pc:sldMk cId="2032110770" sldId="4703"/>
        </pc:sldMkLst>
        <pc:spChg chg="mod">
          <ac:chgData name="Noritsuna Imamura" userId="5b2da16fa1785921" providerId="LiveId" clId="{48082228-C27F-4E20-9B05-69EFA333094A}" dt="2025-06-10T18:15:32.554" v="13302" actId="20577"/>
          <ac:spMkLst>
            <pc:docMk/>
            <pc:sldMk cId="2032110770" sldId="4703"/>
            <ac:spMk id="2" creationId="{53B80EDD-90D4-57E5-7815-E16E1BB22CE0}"/>
          </ac:spMkLst>
        </pc:spChg>
      </pc:sldChg>
      <pc:sldChg chg="addSp delSp modSp new mod ord setBg">
        <pc:chgData name="Noritsuna Imamura" userId="5b2da16fa1785921" providerId="LiveId" clId="{48082228-C27F-4E20-9B05-69EFA333094A}" dt="2025-06-11T14:06:03.897" v="16271"/>
        <pc:sldMkLst>
          <pc:docMk/>
          <pc:sldMk cId="3058414171" sldId="4704"/>
        </pc:sldMkLst>
        <pc:spChg chg="mod">
          <ac:chgData name="Noritsuna Imamura" userId="5b2da16fa1785921" providerId="LiveId" clId="{48082228-C27F-4E20-9B05-69EFA333094A}" dt="2025-06-09T22:33:18.695" v="10539" actId="20577"/>
          <ac:spMkLst>
            <pc:docMk/>
            <pc:sldMk cId="3058414171" sldId="4704"/>
            <ac:spMk id="2" creationId="{476F4DEA-361D-BDFF-0DBE-015BAD2447EC}"/>
          </ac:spMkLst>
        </pc:spChg>
        <pc:spChg chg="add">
          <ac:chgData name="Noritsuna Imamura" userId="5b2da16fa1785921" providerId="LiveId" clId="{48082228-C27F-4E20-9B05-69EFA333094A}" dt="2025-06-09T22:33:16.775" v="10538" actId="26606"/>
          <ac:spMkLst>
            <pc:docMk/>
            <pc:sldMk cId="3058414171" sldId="4704"/>
            <ac:spMk id="9" creationId="{47942995-B07F-4636-9A06-C6A104B260A8}"/>
          </ac:spMkLst>
        </pc:spChg>
        <pc:spChg chg="add">
          <ac:chgData name="Noritsuna Imamura" userId="5b2da16fa1785921" providerId="LiveId" clId="{48082228-C27F-4E20-9B05-69EFA333094A}" dt="2025-06-09T22:33:16.775" v="10538" actId="26606"/>
          <ac:spMkLst>
            <pc:docMk/>
            <pc:sldMk cId="3058414171" sldId="4704"/>
            <ac:spMk id="16" creationId="{B81933D1-5615-42C7-9C0B-4EB7105CCE2D}"/>
          </ac:spMkLst>
        </pc:spChg>
        <pc:spChg chg="add">
          <ac:chgData name="Noritsuna Imamura" userId="5b2da16fa1785921" providerId="LiveId" clId="{48082228-C27F-4E20-9B05-69EFA333094A}" dt="2025-06-09T22:33:16.775" v="10538" actId="26606"/>
          <ac:spMkLst>
            <pc:docMk/>
            <pc:sldMk cId="3058414171" sldId="4704"/>
            <ac:spMk id="18" creationId="{19C9EAEA-39D0-4B0E-A0EB-51E7B26740B1}"/>
          </ac:spMkLst>
        </pc:spChg>
        <pc:grpChg chg="add">
          <ac:chgData name="Noritsuna Imamura" userId="5b2da16fa1785921" providerId="LiveId" clId="{48082228-C27F-4E20-9B05-69EFA333094A}" dt="2025-06-09T22:33:16.775" v="10538" actId="26606"/>
          <ac:grpSpMkLst>
            <pc:docMk/>
            <pc:sldMk cId="3058414171" sldId="4704"/>
            <ac:grpSpMk id="11" creationId="{032D8612-31EB-44CF-A1D0-14FD4C705424}"/>
          </ac:grpSpMkLst>
        </pc:grpChg>
        <pc:picChg chg="add mod">
          <ac:chgData name="Noritsuna Imamura" userId="5b2da16fa1785921" providerId="LiveId" clId="{48082228-C27F-4E20-9B05-69EFA333094A}" dt="2025-06-09T22:33:16.775" v="10538" actId="26606"/>
          <ac:picMkLst>
            <pc:docMk/>
            <pc:sldMk cId="3058414171" sldId="4704"/>
            <ac:picMk id="4" creationId="{8A55B483-DDFC-FEC9-6E41-A49D4EB0245D}"/>
          </ac:picMkLst>
        </pc:picChg>
      </pc:sldChg>
      <pc:sldChg chg="addSp delSp modSp new mod ord setBg">
        <pc:chgData name="Noritsuna Imamura" userId="5b2da16fa1785921" providerId="LiveId" clId="{48082228-C27F-4E20-9B05-69EFA333094A}" dt="2025-06-11T14:06:03.897" v="16271"/>
        <pc:sldMkLst>
          <pc:docMk/>
          <pc:sldMk cId="2976488011" sldId="4705"/>
        </pc:sldMkLst>
        <pc:spChg chg="mod">
          <ac:chgData name="Noritsuna Imamura" userId="5b2da16fa1785921" providerId="LiveId" clId="{48082228-C27F-4E20-9B05-69EFA333094A}" dt="2025-06-09T22:34:06.533" v="10569" actId="20577"/>
          <ac:spMkLst>
            <pc:docMk/>
            <pc:sldMk cId="2976488011" sldId="4705"/>
            <ac:spMk id="2" creationId="{53D3C323-24FA-6D7E-A119-45158023CC5F}"/>
          </ac:spMkLst>
        </pc:spChg>
        <pc:spChg chg="add mod">
          <ac:chgData name="Noritsuna Imamura" userId="5b2da16fa1785921" providerId="LiveId" clId="{48082228-C27F-4E20-9B05-69EFA333094A}" dt="2025-06-09T22:32:44.598" v="10537" actId="164"/>
          <ac:spMkLst>
            <pc:docMk/>
            <pc:sldMk cId="2976488011" sldId="4705"/>
            <ac:spMk id="15" creationId="{C9F2A0BF-6583-E209-E440-91B90A4D5DD8}"/>
          </ac:spMkLst>
        </pc:spChg>
        <pc:spChg chg="add mod">
          <ac:chgData name="Noritsuna Imamura" userId="5b2da16fa1785921" providerId="LiveId" clId="{48082228-C27F-4E20-9B05-69EFA333094A}" dt="2025-06-09T22:32:44.598" v="10537" actId="164"/>
          <ac:spMkLst>
            <pc:docMk/>
            <pc:sldMk cId="2976488011" sldId="4705"/>
            <ac:spMk id="16" creationId="{3B3677C4-3867-C7A5-9A22-7743F6AD2817}"/>
          </ac:spMkLst>
        </pc:spChg>
        <pc:spChg chg="add mod">
          <ac:chgData name="Noritsuna Imamura" userId="5b2da16fa1785921" providerId="LiveId" clId="{48082228-C27F-4E20-9B05-69EFA333094A}" dt="2025-06-10T17:47:12.664" v="12753" actId="207"/>
          <ac:spMkLst>
            <pc:docMk/>
            <pc:sldMk cId="2976488011" sldId="4705"/>
            <ac:spMk id="17" creationId="{CEA521C4-CD15-0130-487D-21951194F06D}"/>
          </ac:spMkLst>
        </pc:spChg>
        <pc:spChg chg="add mod">
          <ac:chgData name="Noritsuna Imamura" userId="5b2da16fa1785921" providerId="LiveId" clId="{48082228-C27F-4E20-9B05-69EFA333094A}" dt="2025-06-10T17:47:19.437" v="12754" actId="207"/>
          <ac:spMkLst>
            <pc:docMk/>
            <pc:sldMk cId="2976488011" sldId="4705"/>
            <ac:spMk id="18" creationId="{A0732A8E-A551-FB63-5F06-9481B2779EC3}"/>
          </ac:spMkLst>
        </pc:spChg>
        <pc:spChg chg="add">
          <ac:chgData name="Noritsuna Imamura" userId="5b2da16fa1785921" providerId="LiveId" clId="{48082228-C27F-4E20-9B05-69EFA333094A}" dt="2025-06-09T22:34:03.585" v="10568" actId="26606"/>
          <ac:spMkLst>
            <pc:docMk/>
            <pc:sldMk cId="2976488011" sldId="4705"/>
            <ac:spMk id="24" creationId="{7DD77B92-CB36-4B20-A59A-59625E0F08AB}"/>
          </ac:spMkLst>
        </pc:spChg>
        <pc:spChg chg="add">
          <ac:chgData name="Noritsuna Imamura" userId="5b2da16fa1785921" providerId="LiveId" clId="{48082228-C27F-4E20-9B05-69EFA333094A}" dt="2025-06-09T22:34:03.585" v="10568" actId="26606"/>
          <ac:spMkLst>
            <pc:docMk/>
            <pc:sldMk cId="2976488011" sldId="4705"/>
            <ac:spMk id="30" creationId="{2C1BBA94-3F40-40AA-8BB9-E69E25E537C1}"/>
          </ac:spMkLst>
        </pc:spChg>
        <pc:grpChg chg="add mod">
          <ac:chgData name="Noritsuna Imamura" userId="5b2da16fa1785921" providerId="LiveId" clId="{48082228-C27F-4E20-9B05-69EFA333094A}" dt="2025-06-09T22:34:03.585" v="10568" actId="26606"/>
          <ac:grpSpMkLst>
            <pc:docMk/>
            <pc:sldMk cId="2976488011" sldId="4705"/>
            <ac:grpSpMk id="19" creationId="{4760F6E0-AFA8-80BA-E0BE-7C7999B7E765}"/>
          </ac:grpSpMkLst>
        </pc:grpChg>
        <pc:grpChg chg="add">
          <ac:chgData name="Noritsuna Imamura" userId="5b2da16fa1785921" providerId="LiveId" clId="{48082228-C27F-4E20-9B05-69EFA333094A}" dt="2025-06-09T22:34:03.585" v="10568" actId="26606"/>
          <ac:grpSpMkLst>
            <pc:docMk/>
            <pc:sldMk cId="2976488011" sldId="4705"/>
            <ac:grpSpMk id="26" creationId="{B14B560F-9DD7-4302-A60B-EBD3EF59B073}"/>
          </ac:grpSpMkLst>
        </pc:grpChg>
        <pc:picChg chg="add mod">
          <ac:chgData name="Noritsuna Imamura" userId="5b2da16fa1785921" providerId="LiveId" clId="{48082228-C27F-4E20-9B05-69EFA333094A}" dt="2025-06-09T22:32:44.598" v="10537" actId="164"/>
          <ac:picMkLst>
            <pc:docMk/>
            <pc:sldMk cId="2976488011" sldId="4705"/>
            <ac:picMk id="12" creationId="{F6604CF4-BC8C-E2E5-57CF-333DF4DF7AA8}"/>
          </ac:picMkLst>
        </pc:picChg>
      </pc:sldChg>
      <pc:sldChg chg="addSp delSp modSp new mod setBg addAnim modAnim">
        <pc:chgData name="Noritsuna Imamura" userId="5b2da16fa1785921" providerId="LiveId" clId="{48082228-C27F-4E20-9B05-69EFA333094A}" dt="2025-06-09T22:05:04.431" v="9575"/>
        <pc:sldMkLst>
          <pc:docMk/>
          <pc:sldMk cId="2369526839" sldId="4706"/>
        </pc:sldMkLst>
        <pc:spChg chg="mod">
          <ac:chgData name="Noritsuna Imamura" userId="5b2da16fa1785921" providerId="LiveId" clId="{48082228-C27F-4E20-9B05-69EFA333094A}" dt="2025-06-09T22:04:43.596" v="9573" actId="26606"/>
          <ac:spMkLst>
            <pc:docMk/>
            <pc:sldMk cId="2369526839" sldId="4706"/>
            <ac:spMk id="2" creationId="{C96FD06D-4126-0170-8075-5DB94AFAB11A}"/>
          </ac:spMkLst>
        </pc:spChg>
        <pc:spChg chg="add">
          <ac:chgData name="Noritsuna Imamura" userId="5b2da16fa1785921" providerId="LiveId" clId="{48082228-C27F-4E20-9B05-69EFA333094A}" dt="2025-06-09T22:04:43.596" v="9573" actId="26606"/>
          <ac:spMkLst>
            <pc:docMk/>
            <pc:sldMk cId="2369526839" sldId="4706"/>
            <ac:spMk id="16393" creationId="{C497725C-6431-496A-B11C-691354780DCD}"/>
          </ac:spMkLst>
        </pc:spChg>
        <pc:spChg chg="add">
          <ac:chgData name="Noritsuna Imamura" userId="5b2da16fa1785921" providerId="LiveId" clId="{48082228-C27F-4E20-9B05-69EFA333094A}" dt="2025-06-09T22:04:43.596" v="9573" actId="26606"/>
          <ac:spMkLst>
            <pc:docMk/>
            <pc:sldMk cId="2369526839" sldId="4706"/>
            <ac:spMk id="16400" creationId="{B81933D1-5615-42C7-9C0B-4EB7105CCE2D}"/>
          </ac:spMkLst>
        </pc:spChg>
        <pc:spChg chg="add">
          <ac:chgData name="Noritsuna Imamura" userId="5b2da16fa1785921" providerId="LiveId" clId="{48082228-C27F-4E20-9B05-69EFA333094A}" dt="2025-06-09T22:04:43.596" v="9573" actId="26606"/>
          <ac:spMkLst>
            <pc:docMk/>
            <pc:sldMk cId="2369526839" sldId="4706"/>
            <ac:spMk id="16402" creationId="{B089A89A-1E9C-4761-9DFF-53C275FBF870}"/>
          </ac:spMkLst>
        </pc:spChg>
        <pc:spChg chg="add">
          <ac:chgData name="Noritsuna Imamura" userId="5b2da16fa1785921" providerId="LiveId" clId="{48082228-C27F-4E20-9B05-69EFA333094A}" dt="2025-06-09T22:04:43.596" v="9573" actId="26606"/>
          <ac:spMkLst>
            <pc:docMk/>
            <pc:sldMk cId="2369526839" sldId="4706"/>
            <ac:spMk id="16404" creationId="{19C9EAEA-39D0-4B0E-A0EB-51E7B26740B1}"/>
          </ac:spMkLst>
        </pc:spChg>
        <pc:grpChg chg="add">
          <ac:chgData name="Noritsuna Imamura" userId="5b2da16fa1785921" providerId="LiveId" clId="{48082228-C27F-4E20-9B05-69EFA333094A}" dt="2025-06-09T22:04:43.596" v="9573" actId="26606"/>
          <ac:grpSpMkLst>
            <pc:docMk/>
            <pc:sldMk cId="2369526839" sldId="4706"/>
            <ac:grpSpMk id="16395" creationId="{032D8612-31EB-44CF-A1D0-14FD4C705424}"/>
          </ac:grpSpMkLst>
        </pc:grpChg>
        <pc:picChg chg="add mod ord">
          <ac:chgData name="Noritsuna Imamura" userId="5b2da16fa1785921" providerId="LiveId" clId="{48082228-C27F-4E20-9B05-69EFA333094A}" dt="2025-06-09T22:04:43.596" v="9573" actId="26606"/>
          <ac:picMkLst>
            <pc:docMk/>
            <pc:sldMk cId="2369526839" sldId="4706"/>
            <ac:picMk id="16386" creationId="{99F47E48-CFD4-3E05-15E9-EE6116CA9B3A}"/>
          </ac:picMkLst>
        </pc:picChg>
        <pc:picChg chg="add mod">
          <ac:chgData name="Noritsuna Imamura" userId="5b2da16fa1785921" providerId="LiveId" clId="{48082228-C27F-4E20-9B05-69EFA333094A}" dt="2025-06-09T22:04:43.596" v="9573" actId="26606"/>
          <ac:picMkLst>
            <pc:docMk/>
            <pc:sldMk cId="2369526839" sldId="4706"/>
            <ac:picMk id="16388" creationId="{15DC99A7-7532-6EC3-586F-0735C06344BE}"/>
          </ac:picMkLst>
        </pc:picChg>
      </pc:sldChg>
      <pc:sldChg chg="addSp delSp modSp new mod ord setBg">
        <pc:chgData name="Noritsuna Imamura" userId="5b2da16fa1785921" providerId="LiveId" clId="{48082228-C27F-4E20-9B05-69EFA333094A}" dt="2025-06-09T22:04:31.471" v="9571" actId="26606"/>
        <pc:sldMkLst>
          <pc:docMk/>
          <pc:sldMk cId="1260135950" sldId="4707"/>
        </pc:sldMkLst>
        <pc:spChg chg="mod">
          <ac:chgData name="Noritsuna Imamura" userId="5b2da16fa1785921" providerId="LiveId" clId="{48082228-C27F-4E20-9B05-69EFA333094A}" dt="2025-06-09T22:04:31.471" v="9571" actId="26606"/>
          <ac:spMkLst>
            <pc:docMk/>
            <pc:sldMk cId="1260135950" sldId="4707"/>
            <ac:spMk id="2" creationId="{93F92DBB-FF22-1D8B-946E-99930AE7396A}"/>
          </ac:spMkLst>
        </pc:spChg>
        <pc:spChg chg="add">
          <ac:chgData name="Noritsuna Imamura" userId="5b2da16fa1785921" providerId="LiveId" clId="{48082228-C27F-4E20-9B05-69EFA333094A}" dt="2025-06-09T22:04:31.471" v="9571" actId="26606"/>
          <ac:spMkLst>
            <pc:docMk/>
            <pc:sldMk cId="1260135950" sldId="4707"/>
            <ac:spMk id="15369" creationId="{E18F6E8B-15ED-43C7-94BA-91549A651C73}"/>
          </ac:spMkLst>
        </pc:spChg>
        <pc:spChg chg="add">
          <ac:chgData name="Noritsuna Imamura" userId="5b2da16fa1785921" providerId="LiveId" clId="{48082228-C27F-4E20-9B05-69EFA333094A}" dt="2025-06-09T22:04:31.471" v="9571" actId="26606"/>
          <ac:spMkLst>
            <pc:docMk/>
            <pc:sldMk cId="1260135950" sldId="4707"/>
            <ac:spMk id="15376" creationId="{B81933D1-5615-42C7-9C0B-4EB7105CCE2D}"/>
          </ac:spMkLst>
        </pc:spChg>
        <pc:spChg chg="add">
          <ac:chgData name="Noritsuna Imamura" userId="5b2da16fa1785921" providerId="LiveId" clId="{48082228-C27F-4E20-9B05-69EFA333094A}" dt="2025-06-09T22:04:31.471" v="9571" actId="26606"/>
          <ac:spMkLst>
            <pc:docMk/>
            <pc:sldMk cId="1260135950" sldId="4707"/>
            <ac:spMk id="15378" creationId="{B089A89A-1E9C-4761-9DFF-53C275FBF870}"/>
          </ac:spMkLst>
        </pc:spChg>
        <pc:spChg chg="add">
          <ac:chgData name="Noritsuna Imamura" userId="5b2da16fa1785921" providerId="LiveId" clId="{48082228-C27F-4E20-9B05-69EFA333094A}" dt="2025-06-09T22:04:31.471" v="9571" actId="26606"/>
          <ac:spMkLst>
            <pc:docMk/>
            <pc:sldMk cId="1260135950" sldId="4707"/>
            <ac:spMk id="15380" creationId="{19C9EAEA-39D0-4B0E-A0EB-51E7B26740B1}"/>
          </ac:spMkLst>
        </pc:spChg>
        <pc:grpChg chg="add">
          <ac:chgData name="Noritsuna Imamura" userId="5b2da16fa1785921" providerId="LiveId" clId="{48082228-C27F-4E20-9B05-69EFA333094A}" dt="2025-06-09T22:04:31.471" v="9571" actId="26606"/>
          <ac:grpSpMkLst>
            <pc:docMk/>
            <pc:sldMk cId="1260135950" sldId="4707"/>
            <ac:grpSpMk id="15371" creationId="{032D8612-31EB-44CF-A1D0-14FD4C705424}"/>
          </ac:grpSpMkLst>
        </pc:grpChg>
        <pc:picChg chg="add mod ord">
          <ac:chgData name="Noritsuna Imamura" userId="5b2da16fa1785921" providerId="LiveId" clId="{48082228-C27F-4E20-9B05-69EFA333094A}" dt="2025-06-09T22:04:31.471" v="9571" actId="26606"/>
          <ac:picMkLst>
            <pc:docMk/>
            <pc:sldMk cId="1260135950" sldId="4707"/>
            <ac:picMk id="15362" creationId="{92911DAE-AD4F-6C6E-2AF3-623FC4583FE3}"/>
          </ac:picMkLst>
        </pc:picChg>
        <pc:picChg chg="add mod">
          <ac:chgData name="Noritsuna Imamura" userId="5b2da16fa1785921" providerId="LiveId" clId="{48082228-C27F-4E20-9B05-69EFA333094A}" dt="2025-06-09T22:04:31.471" v="9571" actId="26606"/>
          <ac:picMkLst>
            <pc:docMk/>
            <pc:sldMk cId="1260135950" sldId="4707"/>
            <ac:picMk id="15364" creationId="{B11B0ECA-DB01-E65C-3FE8-4C3D87D8879B}"/>
          </ac:picMkLst>
        </pc:picChg>
      </pc:sldChg>
      <pc:sldChg chg="modSp add ord">
        <pc:chgData name="Noritsuna Imamura" userId="5b2da16fa1785921" providerId="LiveId" clId="{48082228-C27F-4E20-9B05-69EFA333094A}" dt="2025-06-09T22:09:33.658" v="9706"/>
        <pc:sldMkLst>
          <pc:docMk/>
          <pc:sldMk cId="3185725601" sldId="4708"/>
        </pc:sldMkLst>
        <pc:spChg chg="mod">
          <ac:chgData name="Noritsuna Imamura" userId="5b2da16fa1785921" providerId="LiveId" clId="{48082228-C27F-4E20-9B05-69EFA333094A}" dt="2025-06-09T22:09:33.658" v="9706"/>
          <ac:spMkLst>
            <pc:docMk/>
            <pc:sldMk cId="3185725601" sldId="4708"/>
            <ac:spMk id="2" creationId="{C4260539-2114-C970-17A0-88052A0E9BE1}"/>
          </ac:spMkLst>
        </pc:spChg>
      </pc:sldChg>
      <pc:sldChg chg="modSp add">
        <pc:chgData name="Noritsuna Imamura" userId="5b2da16fa1785921" providerId="LiveId" clId="{48082228-C27F-4E20-9B05-69EFA333094A}" dt="2025-06-09T22:15:00.702" v="10013"/>
        <pc:sldMkLst>
          <pc:docMk/>
          <pc:sldMk cId="1252237689" sldId="4709"/>
        </pc:sldMkLst>
        <pc:spChg chg="mod">
          <ac:chgData name="Noritsuna Imamura" userId="5b2da16fa1785921" providerId="LiveId" clId="{48082228-C27F-4E20-9B05-69EFA333094A}" dt="2025-06-09T22:15:00.702" v="10013"/>
          <ac:spMkLst>
            <pc:docMk/>
            <pc:sldMk cId="1252237689" sldId="4709"/>
            <ac:spMk id="2" creationId="{F13219C6-B4C8-33CC-1E0F-D7E483A2516A}"/>
          </ac:spMkLst>
        </pc:spChg>
      </pc:sldChg>
      <pc:sldChg chg="modSp add mod">
        <pc:chgData name="Noritsuna Imamura" userId="5b2da16fa1785921" providerId="LiveId" clId="{48082228-C27F-4E20-9B05-69EFA333094A}" dt="2025-06-09T22:17:19.042" v="10067" actId="20577"/>
        <pc:sldMkLst>
          <pc:docMk/>
          <pc:sldMk cId="332963849" sldId="4710"/>
        </pc:sldMkLst>
        <pc:spChg chg="mod">
          <ac:chgData name="Noritsuna Imamura" userId="5b2da16fa1785921" providerId="LiveId" clId="{48082228-C27F-4E20-9B05-69EFA333094A}" dt="2025-06-09T22:17:19.042" v="10067" actId="20577"/>
          <ac:spMkLst>
            <pc:docMk/>
            <pc:sldMk cId="332963849" sldId="4710"/>
            <ac:spMk id="2" creationId="{A2E4DD18-5E3F-9C3A-4ADF-C32B0D08C56F}"/>
          </ac:spMkLst>
        </pc:spChg>
      </pc:sldChg>
      <pc:sldChg chg="addSp delSp modSp new mod setBg">
        <pc:chgData name="Noritsuna Imamura" userId="5b2da16fa1785921" providerId="LiveId" clId="{48082228-C27F-4E20-9B05-69EFA333094A}" dt="2025-06-09T22:09:18.931" v="9705" actId="1076"/>
        <pc:sldMkLst>
          <pc:docMk/>
          <pc:sldMk cId="1672768802" sldId="4711"/>
        </pc:sldMkLst>
        <pc:spChg chg="mod">
          <ac:chgData name="Noritsuna Imamura" userId="5b2da16fa1785921" providerId="LiveId" clId="{48082228-C27F-4E20-9B05-69EFA333094A}" dt="2025-06-09T22:09:12.688" v="9703" actId="26606"/>
          <ac:spMkLst>
            <pc:docMk/>
            <pc:sldMk cId="1672768802" sldId="4711"/>
            <ac:spMk id="2" creationId="{833569D1-CD96-2F3E-9964-1C9627DDAF27}"/>
          </ac:spMkLst>
        </pc:spChg>
        <pc:spChg chg="mod">
          <ac:chgData name="Noritsuna Imamura" userId="5b2da16fa1785921" providerId="LiveId" clId="{48082228-C27F-4E20-9B05-69EFA333094A}" dt="2025-06-09T22:09:12.688" v="9703" actId="26606"/>
          <ac:spMkLst>
            <pc:docMk/>
            <pc:sldMk cId="1672768802" sldId="4711"/>
            <ac:spMk id="3" creationId="{956ED4D1-1B0D-E293-8778-7B022E276FEF}"/>
          </ac:spMkLst>
        </pc:spChg>
        <pc:spChg chg="add">
          <ac:chgData name="Noritsuna Imamura" userId="5b2da16fa1785921" providerId="LiveId" clId="{48082228-C27F-4E20-9B05-69EFA333094A}" dt="2025-06-09T22:09:12.688" v="9703" actId="26606"/>
          <ac:spMkLst>
            <pc:docMk/>
            <pc:sldMk cId="1672768802" sldId="4711"/>
            <ac:spMk id="18464" creationId="{149FB5C3-7336-4FE0-A30C-CC0A3646D499}"/>
          </ac:spMkLst>
        </pc:spChg>
        <pc:spChg chg="add">
          <ac:chgData name="Noritsuna Imamura" userId="5b2da16fa1785921" providerId="LiveId" clId="{48082228-C27F-4E20-9B05-69EFA333094A}" dt="2025-06-09T22:09:12.688" v="9703" actId="26606"/>
          <ac:spMkLst>
            <pc:docMk/>
            <pc:sldMk cId="1672768802" sldId="4711"/>
            <ac:spMk id="18468" creationId="{0DA909B4-15FF-46A6-8A7F-7AEF977FE9ED}"/>
          </ac:spMkLst>
        </pc:spChg>
        <pc:spChg chg="add">
          <ac:chgData name="Noritsuna Imamura" userId="5b2da16fa1785921" providerId="LiveId" clId="{48082228-C27F-4E20-9B05-69EFA333094A}" dt="2025-06-09T22:09:12.688" v="9703" actId="26606"/>
          <ac:spMkLst>
            <pc:docMk/>
            <pc:sldMk cId="1672768802" sldId="4711"/>
            <ac:spMk id="18469" creationId="{1382A32C-5B0C-4B1C-A074-76C6DBCC9F87}"/>
          </ac:spMkLst>
        </pc:spChg>
        <pc:grpChg chg="add">
          <ac:chgData name="Noritsuna Imamura" userId="5b2da16fa1785921" providerId="LiveId" clId="{48082228-C27F-4E20-9B05-69EFA333094A}" dt="2025-06-09T22:09:12.688" v="9703" actId="26606"/>
          <ac:grpSpMkLst>
            <pc:docMk/>
            <pc:sldMk cId="1672768802" sldId="4711"/>
            <ac:grpSpMk id="18465" creationId="{19A6B5CE-CB1D-48EE-8B43-E952235C8371}"/>
          </ac:grpSpMkLst>
        </pc:grpChg>
        <pc:picChg chg="add mod ord">
          <ac:chgData name="Noritsuna Imamura" userId="5b2da16fa1785921" providerId="LiveId" clId="{48082228-C27F-4E20-9B05-69EFA333094A}" dt="2025-06-09T22:09:16.080" v="9704" actId="1076"/>
          <ac:picMkLst>
            <pc:docMk/>
            <pc:sldMk cId="1672768802" sldId="4711"/>
            <ac:picMk id="18434" creationId="{5B202FE9-5D24-0A00-1348-4F8AB59F678D}"/>
          </ac:picMkLst>
        </pc:picChg>
        <pc:picChg chg="add mod">
          <ac:chgData name="Noritsuna Imamura" userId="5b2da16fa1785921" providerId="LiveId" clId="{48082228-C27F-4E20-9B05-69EFA333094A}" dt="2025-06-09T22:09:18.931" v="9705" actId="1076"/>
          <ac:picMkLst>
            <pc:docMk/>
            <pc:sldMk cId="1672768802" sldId="4711"/>
            <ac:picMk id="18436" creationId="{BDD9A165-C7A7-F0AA-CEFE-99D33E6AA614}"/>
          </ac:picMkLst>
        </pc:picChg>
      </pc:sldChg>
      <pc:sldChg chg="addSp modSp new mod setBg">
        <pc:chgData name="Noritsuna Imamura" userId="5b2da16fa1785921" providerId="LiveId" clId="{48082228-C27F-4E20-9B05-69EFA333094A}" dt="2025-06-09T22:11:19.941" v="9753" actId="26606"/>
        <pc:sldMkLst>
          <pc:docMk/>
          <pc:sldMk cId="3538621661" sldId="4712"/>
        </pc:sldMkLst>
        <pc:spChg chg="mod">
          <ac:chgData name="Noritsuna Imamura" userId="5b2da16fa1785921" providerId="LiveId" clId="{48082228-C27F-4E20-9B05-69EFA333094A}" dt="2025-06-09T22:11:19.941" v="9753" actId="26606"/>
          <ac:spMkLst>
            <pc:docMk/>
            <pc:sldMk cId="3538621661" sldId="4712"/>
            <ac:spMk id="2" creationId="{29482393-9A4E-3373-36CA-66A161AA03FC}"/>
          </ac:spMkLst>
        </pc:spChg>
        <pc:spChg chg="mod">
          <ac:chgData name="Noritsuna Imamura" userId="5b2da16fa1785921" providerId="LiveId" clId="{48082228-C27F-4E20-9B05-69EFA333094A}" dt="2025-06-09T22:11:19.941" v="9753" actId="26606"/>
          <ac:spMkLst>
            <pc:docMk/>
            <pc:sldMk cId="3538621661" sldId="4712"/>
            <ac:spMk id="3" creationId="{4833B8D7-1123-1243-B5EB-9402CDED2647}"/>
          </ac:spMkLst>
        </pc:spChg>
        <pc:spChg chg="add">
          <ac:chgData name="Noritsuna Imamura" userId="5b2da16fa1785921" providerId="LiveId" clId="{48082228-C27F-4E20-9B05-69EFA333094A}" dt="2025-06-09T22:11:19.941" v="9753" actId="26606"/>
          <ac:spMkLst>
            <pc:docMk/>
            <pc:sldMk cId="3538621661" sldId="4712"/>
            <ac:spMk id="19463" creationId="{28D31E1B-0407-4223-9642-0B642CBF57D9}"/>
          </ac:spMkLst>
        </pc:spChg>
        <pc:spChg chg="add">
          <ac:chgData name="Noritsuna Imamura" userId="5b2da16fa1785921" providerId="LiveId" clId="{48082228-C27F-4E20-9B05-69EFA333094A}" dt="2025-06-09T22:11:19.941" v="9753" actId="26606"/>
          <ac:spMkLst>
            <pc:docMk/>
            <pc:sldMk cId="3538621661" sldId="4712"/>
            <ac:spMk id="19470" creationId="{D5B0017B-2ECA-49AF-B397-DC140825DF8D}"/>
          </ac:spMkLst>
        </pc:spChg>
        <pc:spChg chg="add">
          <ac:chgData name="Noritsuna Imamura" userId="5b2da16fa1785921" providerId="LiveId" clId="{48082228-C27F-4E20-9B05-69EFA333094A}" dt="2025-06-09T22:11:19.941" v="9753" actId="26606"/>
          <ac:spMkLst>
            <pc:docMk/>
            <pc:sldMk cId="3538621661" sldId="4712"/>
            <ac:spMk id="19472" creationId="{70E96339-907C-46C3-99AC-31179B6F0EBD}"/>
          </ac:spMkLst>
        </pc:spChg>
        <pc:grpChg chg="add">
          <ac:chgData name="Noritsuna Imamura" userId="5b2da16fa1785921" providerId="LiveId" clId="{48082228-C27F-4E20-9B05-69EFA333094A}" dt="2025-06-09T22:11:19.941" v="9753" actId="26606"/>
          <ac:grpSpMkLst>
            <pc:docMk/>
            <pc:sldMk cId="3538621661" sldId="4712"/>
            <ac:grpSpMk id="19465" creationId="{AE1C45F0-260A-458C-96ED-C1F6D2151219}"/>
          </ac:grpSpMkLst>
        </pc:grpChg>
        <pc:picChg chg="add mod">
          <ac:chgData name="Noritsuna Imamura" userId="5b2da16fa1785921" providerId="LiveId" clId="{48082228-C27F-4E20-9B05-69EFA333094A}" dt="2025-06-09T22:11:19.941" v="9753" actId="26606"/>
          <ac:picMkLst>
            <pc:docMk/>
            <pc:sldMk cId="3538621661" sldId="4712"/>
            <ac:picMk id="19458" creationId="{8027621B-990A-1E95-3680-708648E6D760}"/>
          </ac:picMkLst>
        </pc:picChg>
        <pc:cxnChg chg="add">
          <ac:chgData name="Noritsuna Imamura" userId="5b2da16fa1785921" providerId="LiveId" clId="{48082228-C27F-4E20-9B05-69EFA333094A}" dt="2025-06-09T22:11:19.941" v="9753" actId="26606"/>
          <ac:cxnSpMkLst>
            <pc:docMk/>
            <pc:sldMk cId="3538621661" sldId="4712"/>
            <ac:cxnSpMk id="19474" creationId="{6CF1BAF6-AD41-4082-B212-8A1F9A2E8779}"/>
          </ac:cxnSpMkLst>
        </pc:cxnChg>
      </pc:sldChg>
      <pc:sldChg chg="addSp delSp modSp new mod setBg">
        <pc:chgData name="Noritsuna Imamura" userId="5b2da16fa1785921" providerId="LiveId" clId="{48082228-C27F-4E20-9B05-69EFA333094A}" dt="2025-06-09T22:14:40.680" v="10011" actId="26606"/>
        <pc:sldMkLst>
          <pc:docMk/>
          <pc:sldMk cId="1456076250" sldId="4713"/>
        </pc:sldMkLst>
        <pc:spChg chg="mod">
          <ac:chgData name="Noritsuna Imamura" userId="5b2da16fa1785921" providerId="LiveId" clId="{48082228-C27F-4E20-9B05-69EFA333094A}" dt="2025-06-09T22:14:40.680" v="10011" actId="26606"/>
          <ac:spMkLst>
            <pc:docMk/>
            <pc:sldMk cId="1456076250" sldId="4713"/>
            <ac:spMk id="2" creationId="{B56AA2D9-439B-0C64-5B22-273A9E4708A6}"/>
          </ac:spMkLst>
        </pc:spChg>
        <pc:spChg chg="mod">
          <ac:chgData name="Noritsuna Imamura" userId="5b2da16fa1785921" providerId="LiveId" clId="{48082228-C27F-4E20-9B05-69EFA333094A}" dt="2025-06-09T22:14:40.680" v="10011" actId="26606"/>
          <ac:spMkLst>
            <pc:docMk/>
            <pc:sldMk cId="1456076250" sldId="4713"/>
            <ac:spMk id="3" creationId="{4A9559EC-A5AF-BCCA-94C2-15C966F83666}"/>
          </ac:spMkLst>
        </pc:spChg>
        <pc:spChg chg="add">
          <ac:chgData name="Noritsuna Imamura" userId="5b2da16fa1785921" providerId="LiveId" clId="{48082228-C27F-4E20-9B05-69EFA333094A}" dt="2025-06-09T22:14:40.680" v="10011" actId="26606"/>
          <ac:spMkLst>
            <pc:docMk/>
            <pc:sldMk cId="1456076250" sldId="4713"/>
            <ac:spMk id="20500" creationId="{058A14AF-9FB5-4CC7-BA35-E8E85D3EDF0E}"/>
          </ac:spMkLst>
        </pc:spChg>
        <pc:spChg chg="add">
          <ac:chgData name="Noritsuna Imamura" userId="5b2da16fa1785921" providerId="LiveId" clId="{48082228-C27F-4E20-9B05-69EFA333094A}" dt="2025-06-09T22:14:40.680" v="10011" actId="26606"/>
          <ac:spMkLst>
            <pc:docMk/>
            <pc:sldMk cId="1456076250" sldId="4713"/>
            <ac:spMk id="20502" creationId="{3A9A4357-BD1D-4622-A4FE-766E6AB8DE84}"/>
          </ac:spMkLst>
        </pc:spChg>
        <pc:spChg chg="add">
          <ac:chgData name="Noritsuna Imamura" userId="5b2da16fa1785921" providerId="LiveId" clId="{48082228-C27F-4E20-9B05-69EFA333094A}" dt="2025-06-09T22:14:40.680" v="10011" actId="26606"/>
          <ac:spMkLst>
            <pc:docMk/>
            <pc:sldMk cId="1456076250" sldId="4713"/>
            <ac:spMk id="20504" creationId="{E659831F-0D9A-4C63-9EBB-8435B85A440F}"/>
          </ac:spMkLst>
        </pc:spChg>
        <pc:picChg chg="add mod">
          <ac:chgData name="Noritsuna Imamura" userId="5b2da16fa1785921" providerId="LiveId" clId="{48082228-C27F-4E20-9B05-69EFA333094A}" dt="2025-06-09T22:12:13.116" v="9794" actId="26606"/>
          <ac:picMkLst>
            <pc:docMk/>
            <pc:sldMk cId="1456076250" sldId="4713"/>
            <ac:picMk id="20482" creationId="{0102E76C-C8BB-5BCF-6111-594E55EBBC1D}"/>
          </ac:picMkLst>
        </pc:picChg>
      </pc:sldChg>
      <pc:sldChg chg="addSp modSp new mod setBg">
        <pc:chgData name="Noritsuna Imamura" userId="5b2da16fa1785921" providerId="LiveId" clId="{48082228-C27F-4E20-9B05-69EFA333094A}" dt="2025-06-11T09:26:30.948" v="14618" actId="1037"/>
        <pc:sldMkLst>
          <pc:docMk/>
          <pc:sldMk cId="1318422166" sldId="4714"/>
        </pc:sldMkLst>
        <pc:spChg chg="mod">
          <ac:chgData name="Noritsuna Imamura" userId="5b2da16fa1785921" providerId="LiveId" clId="{48082228-C27F-4E20-9B05-69EFA333094A}" dt="2025-06-11T09:26:30.948" v="14618" actId="1037"/>
          <ac:spMkLst>
            <pc:docMk/>
            <pc:sldMk cId="1318422166" sldId="4714"/>
            <ac:spMk id="2" creationId="{C527702D-B9DE-2FE2-AF8F-22D49FE88184}"/>
          </ac:spMkLst>
        </pc:spChg>
        <pc:spChg chg="mod ord">
          <ac:chgData name="Noritsuna Imamura" userId="5b2da16fa1785921" providerId="LiveId" clId="{48082228-C27F-4E20-9B05-69EFA333094A}" dt="2025-06-09T22:16:31.596" v="10048" actId="1076"/>
          <ac:spMkLst>
            <pc:docMk/>
            <pc:sldMk cId="1318422166" sldId="4714"/>
            <ac:spMk id="3" creationId="{32C555E7-33DC-2B24-1435-FCC03657FAD1}"/>
          </ac:spMkLst>
        </pc:spChg>
        <pc:spChg chg="add">
          <ac:chgData name="Noritsuna Imamura" userId="5b2da16fa1785921" providerId="LiveId" clId="{48082228-C27F-4E20-9B05-69EFA333094A}" dt="2025-06-09T22:16:27.794" v="10046" actId="26606"/>
          <ac:spMkLst>
            <pc:docMk/>
            <pc:sldMk cId="1318422166" sldId="4714"/>
            <ac:spMk id="21515" creationId="{A016CB47-C4D4-4332-9ED0-DBB916252F76}"/>
          </ac:spMkLst>
        </pc:spChg>
        <pc:spChg chg="add">
          <ac:chgData name="Noritsuna Imamura" userId="5b2da16fa1785921" providerId="LiveId" clId="{48082228-C27F-4E20-9B05-69EFA333094A}" dt="2025-06-09T22:16:27.794" v="10046" actId="26606"/>
          <ac:spMkLst>
            <pc:docMk/>
            <pc:sldMk cId="1318422166" sldId="4714"/>
            <ac:spMk id="21517" creationId="{95C8260E-968F-44E8-A823-ABB431311926}"/>
          </ac:spMkLst>
        </pc:spChg>
        <pc:spChg chg="add">
          <ac:chgData name="Noritsuna Imamura" userId="5b2da16fa1785921" providerId="LiveId" clId="{48082228-C27F-4E20-9B05-69EFA333094A}" dt="2025-06-09T22:16:27.794" v="10046" actId="26606"/>
          <ac:spMkLst>
            <pc:docMk/>
            <pc:sldMk cId="1318422166" sldId="4714"/>
            <ac:spMk id="21519" creationId="{2C1BBA94-3F40-40AA-8BB9-E69E25E537C1}"/>
          </ac:spMkLst>
        </pc:spChg>
        <pc:spChg chg="add">
          <ac:chgData name="Noritsuna Imamura" userId="5b2da16fa1785921" providerId="LiveId" clId="{48082228-C27F-4E20-9B05-69EFA333094A}" dt="2025-06-09T22:16:27.794" v="10046" actId="26606"/>
          <ac:spMkLst>
            <pc:docMk/>
            <pc:sldMk cId="1318422166" sldId="4714"/>
            <ac:spMk id="21521" creationId="{FE43805F-24A6-46A4-B19B-54F28347355C}"/>
          </ac:spMkLst>
        </pc:spChg>
        <pc:picChg chg="add mod ord">
          <ac:chgData name="Noritsuna Imamura" userId="5b2da16fa1785921" providerId="LiveId" clId="{48082228-C27F-4E20-9B05-69EFA333094A}" dt="2025-06-09T22:16:40.580" v="10049" actId="1076"/>
          <ac:picMkLst>
            <pc:docMk/>
            <pc:sldMk cId="1318422166" sldId="4714"/>
            <ac:picMk id="21506" creationId="{8945E4C1-77BC-BAA3-DCDD-8DBF68425C50}"/>
          </ac:picMkLst>
        </pc:picChg>
        <pc:picChg chg="add mod ord">
          <ac:chgData name="Noritsuna Imamura" userId="5b2da16fa1785921" providerId="LiveId" clId="{48082228-C27F-4E20-9B05-69EFA333094A}" dt="2025-06-09T22:16:31.596" v="10048" actId="1076"/>
          <ac:picMkLst>
            <pc:docMk/>
            <pc:sldMk cId="1318422166" sldId="4714"/>
            <ac:picMk id="21508" creationId="{34D52BAC-C068-742A-78E7-F1C40C4A87D8}"/>
          </ac:picMkLst>
        </pc:picChg>
        <pc:picChg chg="add mod">
          <ac:chgData name="Noritsuna Imamura" userId="5b2da16fa1785921" providerId="LiveId" clId="{48082228-C27F-4E20-9B05-69EFA333094A}" dt="2025-06-09T22:16:45.666" v="10050" actId="1076"/>
          <ac:picMkLst>
            <pc:docMk/>
            <pc:sldMk cId="1318422166" sldId="4714"/>
            <ac:picMk id="21510" creationId="{521D296D-7493-2BE8-A066-D2C0340B04E5}"/>
          </ac:picMkLst>
        </pc:picChg>
      </pc:sldChg>
      <pc:sldChg chg="modSp add">
        <pc:chgData name="Noritsuna Imamura" userId="5b2da16fa1785921" providerId="LiveId" clId="{48082228-C27F-4E20-9B05-69EFA333094A}" dt="2025-06-09T22:19:32.351" v="10192"/>
        <pc:sldMkLst>
          <pc:docMk/>
          <pc:sldMk cId="1211759332" sldId="4715"/>
        </pc:sldMkLst>
        <pc:spChg chg="mod">
          <ac:chgData name="Noritsuna Imamura" userId="5b2da16fa1785921" providerId="LiveId" clId="{48082228-C27F-4E20-9B05-69EFA333094A}" dt="2025-06-09T22:19:32.351" v="10192"/>
          <ac:spMkLst>
            <pc:docMk/>
            <pc:sldMk cId="1211759332" sldId="4715"/>
            <ac:spMk id="2" creationId="{B51311C0-112B-473B-F96E-A3FE5CC0152A}"/>
          </ac:spMkLst>
        </pc:spChg>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pChg chg="mod">
          <ac:chgData name="Noritsuna Imamura" userId="5b2da16fa1785921" providerId="LiveId" clId="{48082228-C27F-4E20-9B05-69EFA333094A}" dt="2025-06-09T22:19:59.353" v="10201" actId="20577"/>
          <ac:spMkLst>
            <pc:docMk/>
            <pc:sldMk cId="1876294163" sldId="4716"/>
            <ac:spMk id="2" creationId="{C878A160-71B6-5C50-BB06-27CB4CA83219}"/>
          </ac:spMkLst>
        </pc:spChg>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pChg chg="mod">
          <ac:chgData name="Noritsuna Imamura" userId="5b2da16fa1785921" providerId="LiveId" clId="{48082228-C27F-4E20-9B05-69EFA333094A}" dt="2025-06-09T22:18:19.040" v="10106" actId="26606"/>
          <ac:spMkLst>
            <pc:docMk/>
            <pc:sldMk cId="1497131111" sldId="4717"/>
            <ac:spMk id="2" creationId="{9007E03D-ECC3-29CB-E067-4507B88FF409}"/>
          </ac:spMkLst>
        </pc:spChg>
        <pc:spChg chg="mod">
          <ac:chgData name="Noritsuna Imamura" userId="5b2da16fa1785921" providerId="LiveId" clId="{48082228-C27F-4E20-9B05-69EFA333094A}" dt="2025-06-09T22:19:18.005" v="10191" actId="14100"/>
          <ac:spMkLst>
            <pc:docMk/>
            <pc:sldMk cId="1497131111" sldId="4717"/>
            <ac:spMk id="3" creationId="{A742CDCF-F3E3-3864-A898-1BAB5A619E8C}"/>
          </ac:spMkLst>
        </pc:spChg>
        <pc:spChg chg="add">
          <ac:chgData name="Noritsuna Imamura" userId="5b2da16fa1785921" providerId="LiveId" clId="{48082228-C27F-4E20-9B05-69EFA333094A}" dt="2025-06-09T22:18:19.040" v="10106" actId="26606"/>
          <ac:spMkLst>
            <pc:docMk/>
            <pc:sldMk cId="1497131111" sldId="4717"/>
            <ac:spMk id="22535" creationId="{201CC55D-ED54-4C5C-95E6-10947BD1103B}"/>
          </ac:spMkLst>
        </pc:spChg>
        <pc:spChg chg="add">
          <ac:chgData name="Noritsuna Imamura" userId="5b2da16fa1785921" providerId="LiveId" clId="{48082228-C27F-4E20-9B05-69EFA333094A}" dt="2025-06-09T22:18:19.040" v="10106" actId="26606"/>
          <ac:spMkLst>
            <pc:docMk/>
            <pc:sldMk cId="1497131111" sldId="4717"/>
            <ac:spMk id="22541" creationId="{3873B707-463F-40B0-8227-E8CC6C67EB25}"/>
          </ac:spMkLst>
        </pc:spChg>
        <pc:spChg chg="add">
          <ac:chgData name="Noritsuna Imamura" userId="5b2da16fa1785921" providerId="LiveId" clId="{48082228-C27F-4E20-9B05-69EFA333094A}" dt="2025-06-09T22:18:19.040" v="10106" actId="26606"/>
          <ac:spMkLst>
            <pc:docMk/>
            <pc:sldMk cId="1497131111" sldId="4717"/>
            <ac:spMk id="22543" creationId="{C13237C8-E62C-4F0D-A318-BD6FB6C2D138}"/>
          </ac:spMkLst>
        </pc:spChg>
        <pc:spChg chg="add">
          <ac:chgData name="Noritsuna Imamura" userId="5b2da16fa1785921" providerId="LiveId" clId="{48082228-C27F-4E20-9B05-69EFA333094A}" dt="2025-06-09T22:18:19.040" v="10106" actId="26606"/>
          <ac:spMkLst>
            <pc:docMk/>
            <pc:sldMk cId="1497131111" sldId="4717"/>
            <ac:spMk id="22545" creationId="{19C9EAEA-39D0-4B0E-A0EB-51E7B26740B1}"/>
          </ac:spMkLst>
        </pc:spChg>
        <pc:grpChg chg="add">
          <ac:chgData name="Noritsuna Imamura" userId="5b2da16fa1785921" providerId="LiveId" clId="{48082228-C27F-4E20-9B05-69EFA333094A}" dt="2025-06-09T22:18:19.040" v="10106" actId="26606"/>
          <ac:grpSpMkLst>
            <pc:docMk/>
            <pc:sldMk cId="1497131111" sldId="4717"/>
            <ac:grpSpMk id="22537" creationId="{1DE889C7-FAD6-4397-98E2-05D503484459}"/>
          </ac:grpSpMkLst>
        </pc:grpChg>
        <pc:picChg chg="add mod">
          <ac:chgData name="Noritsuna Imamura" userId="5b2da16fa1785921" providerId="LiveId" clId="{48082228-C27F-4E20-9B05-69EFA333094A}" dt="2025-06-09T22:18:19.040" v="10106" actId="26606"/>
          <ac:picMkLst>
            <pc:docMk/>
            <pc:sldMk cId="1497131111" sldId="4717"/>
            <ac:picMk id="22530" creationId="{D9770F8A-C0B3-DAC0-A407-BED090B62BE2}"/>
          </ac:picMkLst>
        </pc:picChg>
      </pc:sldChg>
      <pc:sldChg chg="addSp delSp modSp new mod setBg">
        <pc:chgData name="Noritsuna Imamura" userId="5b2da16fa1785921" providerId="LiveId" clId="{48082228-C27F-4E20-9B05-69EFA333094A}" dt="2025-06-09T22:22:26.756" v="10333" actId="14100"/>
        <pc:sldMkLst>
          <pc:docMk/>
          <pc:sldMk cId="2911291555" sldId="4718"/>
        </pc:sldMkLst>
        <pc:spChg chg="mod">
          <ac:chgData name="Noritsuna Imamura" userId="5b2da16fa1785921" providerId="LiveId" clId="{48082228-C27F-4E20-9B05-69EFA333094A}" dt="2025-06-09T22:22:26.756" v="10333" actId="14100"/>
          <ac:spMkLst>
            <pc:docMk/>
            <pc:sldMk cId="2911291555" sldId="4718"/>
            <ac:spMk id="2" creationId="{EB910C9C-FFF2-36DF-861F-27081B489031}"/>
          </ac:spMkLst>
        </pc:spChg>
        <pc:spChg chg="mod">
          <ac:chgData name="Noritsuna Imamura" userId="5b2da16fa1785921" providerId="LiveId" clId="{48082228-C27F-4E20-9B05-69EFA333094A}" dt="2025-06-09T22:22:21.867" v="10332" actId="14100"/>
          <ac:spMkLst>
            <pc:docMk/>
            <pc:sldMk cId="2911291555" sldId="4718"/>
            <ac:spMk id="3" creationId="{692EEA64-BD89-CC05-9E22-30E402B9CC0A}"/>
          </ac:spMkLst>
        </pc:spChg>
        <pc:spChg chg="add">
          <ac:chgData name="Noritsuna Imamura" userId="5b2da16fa1785921" providerId="LiveId" clId="{48082228-C27F-4E20-9B05-69EFA333094A}" dt="2025-06-09T22:22:17.877" v="10331" actId="26606"/>
          <ac:spMkLst>
            <pc:docMk/>
            <pc:sldMk cId="2911291555" sldId="4718"/>
            <ac:spMk id="23574" creationId="{201CC55D-ED54-4C5C-95E6-10947BD1103B}"/>
          </ac:spMkLst>
        </pc:spChg>
        <pc:spChg chg="add">
          <ac:chgData name="Noritsuna Imamura" userId="5b2da16fa1785921" providerId="LiveId" clId="{48082228-C27F-4E20-9B05-69EFA333094A}" dt="2025-06-09T22:22:17.877" v="10331" actId="26606"/>
          <ac:spMkLst>
            <pc:docMk/>
            <pc:sldMk cId="2911291555" sldId="4718"/>
            <ac:spMk id="23580" creationId="{3873B707-463F-40B0-8227-E8CC6C67EB25}"/>
          </ac:spMkLst>
        </pc:spChg>
        <pc:spChg chg="add">
          <ac:chgData name="Noritsuna Imamura" userId="5b2da16fa1785921" providerId="LiveId" clId="{48082228-C27F-4E20-9B05-69EFA333094A}" dt="2025-06-09T22:22:17.877" v="10331" actId="26606"/>
          <ac:spMkLst>
            <pc:docMk/>
            <pc:sldMk cId="2911291555" sldId="4718"/>
            <ac:spMk id="23582" creationId="{C13237C8-E62C-4F0D-A318-BD6FB6C2D138}"/>
          </ac:spMkLst>
        </pc:spChg>
        <pc:spChg chg="add">
          <ac:chgData name="Noritsuna Imamura" userId="5b2da16fa1785921" providerId="LiveId" clId="{48082228-C27F-4E20-9B05-69EFA333094A}" dt="2025-06-09T22:22:17.877" v="10331" actId="26606"/>
          <ac:spMkLst>
            <pc:docMk/>
            <pc:sldMk cId="2911291555" sldId="4718"/>
            <ac:spMk id="23584" creationId="{19C9EAEA-39D0-4B0E-A0EB-51E7B26740B1}"/>
          </ac:spMkLst>
        </pc:spChg>
        <pc:picChg chg="add mod">
          <ac:chgData name="Noritsuna Imamura" userId="5b2da16fa1785921" providerId="LiveId" clId="{48082228-C27F-4E20-9B05-69EFA333094A}" dt="2025-06-09T22:20:27.655" v="10210" actId="26606"/>
          <ac:picMkLst>
            <pc:docMk/>
            <pc:sldMk cId="2911291555" sldId="4718"/>
            <ac:picMk id="23554" creationId="{84BA42C4-FC75-1EBF-7F5F-CF83AA09DB7C}"/>
          </ac:picMkLst>
        </pc:picChg>
      </pc:sldChg>
      <pc:sldChg chg="addSp delSp modSp new mod setBg">
        <pc:chgData name="Noritsuna Imamura" userId="5b2da16fa1785921" providerId="LiveId" clId="{48082228-C27F-4E20-9B05-69EFA333094A}" dt="2025-06-09T22:24:11.109" v="10461" actId="26606"/>
        <pc:sldMkLst>
          <pc:docMk/>
          <pc:sldMk cId="3612530633" sldId="4719"/>
        </pc:sldMkLst>
        <pc:spChg chg="mod">
          <ac:chgData name="Noritsuna Imamura" userId="5b2da16fa1785921" providerId="LiveId" clId="{48082228-C27F-4E20-9B05-69EFA333094A}" dt="2025-06-09T22:20:30.767" v="10211" actId="26606"/>
          <ac:spMkLst>
            <pc:docMk/>
            <pc:sldMk cId="3612530633" sldId="4719"/>
            <ac:spMk id="2" creationId="{F3F3F95D-4832-8FF4-AF20-A83C5098C50D}"/>
          </ac:spMkLst>
        </pc:spChg>
        <pc:spChg chg="mod">
          <ac:chgData name="Noritsuna Imamura" userId="5b2da16fa1785921" providerId="LiveId" clId="{48082228-C27F-4E20-9B05-69EFA333094A}" dt="2025-06-09T22:24:11.109" v="10461" actId="26606"/>
          <ac:spMkLst>
            <pc:docMk/>
            <pc:sldMk cId="3612530633" sldId="4719"/>
            <ac:spMk id="3" creationId="{6B5CD6E8-1165-22AF-DEEA-521BC68684CE}"/>
          </ac:spMkLst>
        </pc:spChg>
        <pc:spChg chg="add">
          <ac:chgData name="Noritsuna Imamura" userId="5b2da16fa1785921" providerId="LiveId" clId="{48082228-C27F-4E20-9B05-69EFA333094A}" dt="2025-06-09T22:24:11.109" v="10461" actId="26606"/>
          <ac:spMkLst>
            <pc:docMk/>
            <pc:sldMk cId="3612530633" sldId="4719"/>
            <ac:spMk id="24598" creationId="{201CC55D-ED54-4C5C-95E6-10947BD1103B}"/>
          </ac:spMkLst>
        </pc:spChg>
        <pc:spChg chg="add">
          <ac:chgData name="Noritsuna Imamura" userId="5b2da16fa1785921" providerId="LiveId" clId="{48082228-C27F-4E20-9B05-69EFA333094A}" dt="2025-06-09T22:24:11.109" v="10461" actId="26606"/>
          <ac:spMkLst>
            <pc:docMk/>
            <pc:sldMk cId="3612530633" sldId="4719"/>
            <ac:spMk id="24604" creationId="{3873B707-463F-40B0-8227-E8CC6C67EB25}"/>
          </ac:spMkLst>
        </pc:spChg>
        <pc:spChg chg="add">
          <ac:chgData name="Noritsuna Imamura" userId="5b2da16fa1785921" providerId="LiveId" clId="{48082228-C27F-4E20-9B05-69EFA333094A}" dt="2025-06-09T22:24:11.109" v="10461" actId="26606"/>
          <ac:spMkLst>
            <pc:docMk/>
            <pc:sldMk cId="3612530633" sldId="4719"/>
            <ac:spMk id="24606" creationId="{C13237C8-E62C-4F0D-A318-BD6FB6C2D138}"/>
          </ac:spMkLst>
        </pc:spChg>
        <pc:spChg chg="add">
          <ac:chgData name="Noritsuna Imamura" userId="5b2da16fa1785921" providerId="LiveId" clId="{48082228-C27F-4E20-9B05-69EFA333094A}" dt="2025-06-09T22:24:11.109" v="10461" actId="26606"/>
          <ac:spMkLst>
            <pc:docMk/>
            <pc:sldMk cId="3612530633" sldId="4719"/>
            <ac:spMk id="24608" creationId="{19C9EAEA-39D0-4B0E-A0EB-51E7B26740B1}"/>
          </ac:spMkLst>
        </pc:spChg>
        <pc:picChg chg="add mod">
          <ac:chgData name="Noritsuna Imamura" userId="5b2da16fa1785921" providerId="LiveId" clId="{48082228-C27F-4E20-9B05-69EFA333094A}" dt="2025-06-09T22:20:30.767" v="10211" actId="26606"/>
          <ac:picMkLst>
            <pc:docMk/>
            <pc:sldMk cId="3612530633" sldId="4719"/>
            <ac:picMk id="24578" creationId="{D4C7EC8E-6767-795F-1AFB-40F7E1FA7E4F}"/>
          </ac:picMkLst>
        </pc:picChg>
      </pc:sldChg>
      <pc:sldChg chg="modSp add mod ord">
        <pc:chgData name="Noritsuna Imamura" userId="5b2da16fa1785921" providerId="LiveId" clId="{48082228-C27F-4E20-9B05-69EFA333094A}" dt="2025-06-11T14:06:03.897" v="16271"/>
        <pc:sldMkLst>
          <pc:docMk/>
          <pc:sldMk cId="254390956" sldId="4720"/>
        </pc:sldMkLst>
        <pc:spChg chg="mod">
          <ac:chgData name="Noritsuna Imamura" userId="5b2da16fa1785921" providerId="LiveId" clId="{48082228-C27F-4E20-9B05-69EFA333094A}" dt="2025-06-09T22:34:58.472" v="10598" actId="20577"/>
          <ac:spMkLst>
            <pc:docMk/>
            <pc:sldMk cId="254390956" sldId="4720"/>
            <ac:spMk id="2" creationId="{5BCF90DE-EFB9-C21C-A4FE-2BAEE68C0BC4}"/>
          </ac:spMkLst>
        </pc:spChg>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pChg chg="mod">
          <ac:chgData name="Noritsuna Imamura" userId="5b2da16fa1785921" providerId="LiveId" clId="{48082228-C27F-4E20-9B05-69EFA333094A}" dt="2025-06-10T17:57:46.796" v="12860" actId="20577"/>
          <ac:spMkLst>
            <pc:docMk/>
            <pc:sldMk cId="2305582616" sldId="4722"/>
            <ac:spMk id="2" creationId="{7D74DAAA-89AD-A734-ECDB-FE535D87E2B6}"/>
          </ac:spMkLst>
        </pc:spChg>
        <pc:spChg chg="mod">
          <ac:chgData name="Noritsuna Imamura" userId="5b2da16fa1785921" providerId="LiveId" clId="{48082228-C27F-4E20-9B05-69EFA333094A}" dt="2025-06-10T17:58:20.971" v="12900" actId="20577"/>
          <ac:spMkLst>
            <pc:docMk/>
            <pc:sldMk cId="2305582616" sldId="4722"/>
            <ac:spMk id="3" creationId="{6CCB2F6F-AD2F-8492-20BB-DD03C15E5178}"/>
          </ac:spMkLst>
        </pc:spChg>
      </pc:sldChg>
      <pc:sldChg chg="modSp mod ord">
        <pc:chgData name="Noritsuna Imamura" userId="5b2da16fa1785921" providerId="LiveId" clId="{48082228-C27F-4E20-9B05-69EFA333094A}" dt="2025-06-11T10:46:57.362" v="15419" actId="20577"/>
        <pc:sldMkLst>
          <pc:docMk/>
          <pc:sldMk cId="2755053523" sldId="4723"/>
        </pc:sldMkLst>
        <pc:spChg chg="mod">
          <ac:chgData name="Noritsuna Imamura" userId="5b2da16fa1785921" providerId="LiveId" clId="{48082228-C27F-4E20-9B05-69EFA333094A}" dt="2025-06-11T10:46:57.362" v="15419" actId="20577"/>
          <ac:spMkLst>
            <pc:docMk/>
            <pc:sldMk cId="2755053523" sldId="4723"/>
            <ac:spMk id="2" creationId="{60EAB93F-017D-EE60-F55C-3273EA26B1BB}"/>
          </ac:spMkLst>
        </pc:spChg>
        <pc:spChg chg="mod">
          <ac:chgData name="Noritsuna Imamura" userId="5b2da16fa1785921" providerId="LiveId" clId="{48082228-C27F-4E20-9B05-69EFA333094A}" dt="2025-06-11T10:38:49.414" v="15167" actId="20577"/>
          <ac:spMkLst>
            <pc:docMk/>
            <pc:sldMk cId="2755053523" sldId="4723"/>
            <ac:spMk id="3" creationId="{1C18F279-6CA0-6EF2-E462-655FFA79F325}"/>
          </ac:spMkLst>
        </pc:spChg>
        <pc:picChg chg="mod">
          <ac:chgData name="Noritsuna Imamura" userId="5b2da16fa1785921" providerId="LiveId" clId="{48082228-C27F-4E20-9B05-69EFA333094A}" dt="2025-06-10T18:59:58.505" v="14284" actId="1076"/>
          <ac:picMkLst>
            <pc:docMk/>
            <pc:sldMk cId="2755053523" sldId="4723"/>
            <ac:picMk id="9218" creationId="{530832B0-08F8-50F6-5783-3D71FB011C94}"/>
          </ac:picMkLst>
        </pc:picChg>
        <pc:picChg chg="mod">
          <ac:chgData name="Noritsuna Imamura" userId="5b2da16fa1785921" providerId="LiveId" clId="{48082228-C27F-4E20-9B05-69EFA333094A}" dt="2025-06-10T18:59:56.639" v="14283" actId="1076"/>
          <ac:picMkLst>
            <pc:docMk/>
            <pc:sldMk cId="2755053523" sldId="4723"/>
            <ac:picMk id="9220" creationId="{2C847EF0-413E-0833-59E4-515DDD5FC9D8}"/>
          </ac:picMkLst>
        </pc:picChg>
      </pc:sldChg>
      <pc:sldChg chg="addSp delSp modSp mod">
        <pc:chgData name="Noritsuna Imamura" userId="5b2da16fa1785921" providerId="LiveId" clId="{48082228-C27F-4E20-9B05-69EFA333094A}" dt="2025-06-10T18:35:55.927" v="13746" actId="26606"/>
        <pc:sldMkLst>
          <pc:docMk/>
          <pc:sldMk cId="2384570744" sldId="4724"/>
        </pc:sldMkLst>
        <pc:spChg chg="mod">
          <ac:chgData name="Noritsuna Imamura" userId="5b2da16fa1785921" providerId="LiveId" clId="{48082228-C27F-4E20-9B05-69EFA333094A}" dt="2025-06-10T18:33:03.442" v="13594" actId="26606"/>
          <ac:spMkLst>
            <pc:docMk/>
            <pc:sldMk cId="2384570744" sldId="4724"/>
            <ac:spMk id="2" creationId="{81B35861-DCED-F900-9252-F6943BC107D8}"/>
          </ac:spMkLst>
        </pc:spChg>
        <pc:spChg chg="mod">
          <ac:chgData name="Noritsuna Imamura" userId="5b2da16fa1785921" providerId="LiveId" clId="{48082228-C27F-4E20-9B05-69EFA333094A}" dt="2025-06-10T18:35:55.927" v="13746" actId="26606"/>
          <ac:spMkLst>
            <pc:docMk/>
            <pc:sldMk cId="2384570744" sldId="4724"/>
            <ac:spMk id="3" creationId="{3441AA38-281A-A0BA-5033-4662B17CAFBB}"/>
          </ac:spMkLst>
        </pc:spChg>
        <pc:spChg chg="add">
          <ac:chgData name="Noritsuna Imamura" userId="5b2da16fa1785921" providerId="LiveId" clId="{48082228-C27F-4E20-9B05-69EFA333094A}" dt="2025-06-10T18:35:55.927" v="13746" actId="26606"/>
          <ac:spMkLst>
            <pc:docMk/>
            <pc:sldMk cId="2384570744" sldId="4724"/>
            <ac:spMk id="7201" creationId="{DBF61EA3-B236-439E-9C0B-340980D56BEE}"/>
          </ac:spMkLst>
        </pc:spChg>
        <pc:spChg chg="add">
          <ac:chgData name="Noritsuna Imamura" userId="5b2da16fa1785921" providerId="LiveId" clId="{48082228-C27F-4E20-9B05-69EFA333094A}" dt="2025-06-10T18:35:55.927" v="13746" actId="26606"/>
          <ac:spMkLst>
            <pc:docMk/>
            <pc:sldMk cId="2384570744" sldId="4724"/>
            <ac:spMk id="7207" creationId="{E659831F-0D9A-4C63-9EBB-8435B85A440F}"/>
          </ac:spMkLst>
        </pc:spChg>
        <pc:grpChg chg="add">
          <ac:chgData name="Noritsuna Imamura" userId="5b2da16fa1785921" providerId="LiveId" clId="{48082228-C27F-4E20-9B05-69EFA333094A}" dt="2025-06-10T18:35:55.927" v="13746" actId="26606"/>
          <ac:grpSpMkLst>
            <pc:docMk/>
            <pc:sldMk cId="2384570744" sldId="4724"/>
            <ac:grpSpMk id="7203" creationId="{28FAF094-D087-493F-8DF9-A486C2D6BBAA}"/>
          </ac:grpSpMkLst>
        </pc:grpChg>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pChg chg="mod">
          <ac:chgData name="Noritsuna Imamura" userId="5b2da16fa1785921" providerId="LiveId" clId="{48082228-C27F-4E20-9B05-69EFA333094A}" dt="2025-06-10T18:37:20.374" v="13805" actId="20577"/>
          <ac:spMkLst>
            <pc:docMk/>
            <pc:sldMk cId="1310166964" sldId="4729"/>
            <ac:spMk id="2" creationId="{ECB659BE-8304-E0E6-11EB-E13205166D36}"/>
          </ac:spMkLst>
        </pc:spChg>
        <pc:spChg chg="mod">
          <ac:chgData name="Noritsuna Imamura" userId="5b2da16fa1785921" providerId="LiveId" clId="{48082228-C27F-4E20-9B05-69EFA333094A}" dt="2025-06-10T18:38:40.585" v="13949" actId="14100"/>
          <ac:spMkLst>
            <pc:docMk/>
            <pc:sldMk cId="1310166964" sldId="4729"/>
            <ac:spMk id="3" creationId="{27CD87AF-2191-7550-7EE4-D0F47DC2F63E}"/>
          </ac:spMkLst>
        </pc:spChg>
        <pc:spChg chg="add">
          <ac:chgData name="Noritsuna Imamura" userId="5b2da16fa1785921" providerId="LiveId" clId="{48082228-C27F-4E20-9B05-69EFA333094A}" dt="2025-06-10T18:38:33.576" v="13948" actId="26606"/>
          <ac:spMkLst>
            <pc:docMk/>
            <pc:sldMk cId="1310166964" sldId="4729"/>
            <ac:spMk id="6164" creationId="{149FB5C3-7336-4FE0-A30C-CC0A3646D499}"/>
          </ac:spMkLst>
        </pc:spChg>
        <pc:spChg chg="add">
          <ac:chgData name="Noritsuna Imamura" userId="5b2da16fa1785921" providerId="LiveId" clId="{48082228-C27F-4E20-9B05-69EFA333094A}" dt="2025-06-10T18:38:33.576" v="13948" actId="26606"/>
          <ac:spMkLst>
            <pc:docMk/>
            <pc:sldMk cId="1310166964" sldId="4729"/>
            <ac:spMk id="6170" creationId="{0DA909B4-15FF-46A6-8A7F-7AEF977FE9ED}"/>
          </ac:spMkLst>
        </pc:spChg>
        <pc:spChg chg="add">
          <ac:chgData name="Noritsuna Imamura" userId="5b2da16fa1785921" providerId="LiveId" clId="{48082228-C27F-4E20-9B05-69EFA333094A}" dt="2025-06-10T18:38:33.576" v="13948" actId="26606"/>
          <ac:spMkLst>
            <pc:docMk/>
            <pc:sldMk cId="1310166964" sldId="4729"/>
            <ac:spMk id="6172" creationId="{1382A32C-5B0C-4B1C-A074-76C6DBCC9F87}"/>
          </ac:spMkLst>
        </pc:spChg>
        <pc:grpChg chg="add">
          <ac:chgData name="Noritsuna Imamura" userId="5b2da16fa1785921" providerId="LiveId" clId="{48082228-C27F-4E20-9B05-69EFA333094A}" dt="2025-06-10T18:38:33.576" v="13948" actId="26606"/>
          <ac:grpSpMkLst>
            <pc:docMk/>
            <pc:sldMk cId="1310166964" sldId="4729"/>
            <ac:grpSpMk id="6166" creationId="{19A6B5CE-CB1D-48EE-8B43-E952235C8371}"/>
          </ac:grpSpMkLst>
        </pc:grpChg>
        <pc:picChg chg="mod">
          <ac:chgData name="Noritsuna Imamura" userId="5b2da16fa1785921" providerId="LiveId" clId="{48082228-C27F-4E20-9B05-69EFA333094A}" dt="2025-06-10T18:38:33.576" v="13948" actId="26606"/>
          <ac:picMkLst>
            <pc:docMk/>
            <pc:sldMk cId="1310166964" sldId="4729"/>
            <ac:picMk id="6146" creationId="{B69ADD30-624E-1099-8ED8-FB25A9385B78}"/>
          </ac:picMkLst>
        </pc:picChg>
      </pc:sldChg>
      <pc:sldChg chg="addSp delSp modSp mod">
        <pc:chgData name="Noritsuna Imamura" userId="5b2da16fa1785921" providerId="LiveId" clId="{48082228-C27F-4E20-9B05-69EFA333094A}" dt="2025-06-11T10:50:49.396" v="15539" actId="20577"/>
        <pc:sldMkLst>
          <pc:docMk/>
          <pc:sldMk cId="3484006046" sldId="4730"/>
        </pc:sldMkLst>
        <pc:spChg chg="mod">
          <ac:chgData name="Noritsuna Imamura" userId="5b2da16fa1785921" providerId="LiveId" clId="{48082228-C27F-4E20-9B05-69EFA333094A}" dt="2025-06-11T10:43:09.196" v="15332" actId="26606"/>
          <ac:spMkLst>
            <pc:docMk/>
            <pc:sldMk cId="3484006046" sldId="4730"/>
            <ac:spMk id="2" creationId="{B661C722-527B-35D6-53CB-E8E492F03B7D}"/>
          </ac:spMkLst>
        </pc:spChg>
        <pc:spChg chg="mod">
          <ac:chgData name="Noritsuna Imamura" userId="5b2da16fa1785921" providerId="LiveId" clId="{48082228-C27F-4E20-9B05-69EFA333094A}" dt="2025-06-11T10:50:49.396" v="15539" actId="20577"/>
          <ac:spMkLst>
            <pc:docMk/>
            <pc:sldMk cId="3484006046" sldId="4730"/>
            <ac:spMk id="3" creationId="{E3F868AD-5165-1917-92A4-458956376915}"/>
          </ac:spMkLst>
        </pc:spChg>
        <pc:spChg chg="add">
          <ac:chgData name="Noritsuna Imamura" userId="5b2da16fa1785921" providerId="LiveId" clId="{48082228-C27F-4E20-9B05-69EFA333094A}" dt="2025-06-11T10:45:00.856" v="15390" actId="26606"/>
          <ac:spMkLst>
            <pc:docMk/>
            <pc:sldMk cId="3484006046" sldId="4730"/>
            <ac:spMk id="8232" creationId="{149FB5C3-7336-4FE0-A30C-CC0A3646D499}"/>
          </ac:spMkLst>
        </pc:spChg>
        <pc:spChg chg="add">
          <ac:chgData name="Noritsuna Imamura" userId="5b2da16fa1785921" providerId="LiveId" clId="{48082228-C27F-4E20-9B05-69EFA333094A}" dt="2025-06-11T10:45:00.856" v="15390" actId="26606"/>
          <ac:spMkLst>
            <pc:docMk/>
            <pc:sldMk cId="3484006046" sldId="4730"/>
            <ac:spMk id="8238" creationId="{0DA909B4-15FF-46A6-8A7F-7AEF977FE9ED}"/>
          </ac:spMkLst>
        </pc:spChg>
        <pc:spChg chg="add">
          <ac:chgData name="Noritsuna Imamura" userId="5b2da16fa1785921" providerId="LiveId" clId="{48082228-C27F-4E20-9B05-69EFA333094A}" dt="2025-06-11T10:45:00.856" v="15390" actId="26606"/>
          <ac:spMkLst>
            <pc:docMk/>
            <pc:sldMk cId="3484006046" sldId="4730"/>
            <ac:spMk id="8240" creationId="{1382A32C-5B0C-4B1C-A074-76C6DBCC9F87}"/>
          </ac:spMkLst>
        </pc:spChg>
        <pc:grpChg chg="add">
          <ac:chgData name="Noritsuna Imamura" userId="5b2da16fa1785921" providerId="LiveId" clId="{48082228-C27F-4E20-9B05-69EFA333094A}" dt="2025-06-11T10:45:00.856" v="15390" actId="26606"/>
          <ac:grpSpMkLst>
            <pc:docMk/>
            <pc:sldMk cId="3484006046" sldId="4730"/>
            <ac:grpSpMk id="8234" creationId="{19A6B5CE-CB1D-48EE-8B43-E952235C8371}"/>
          </ac:grpSpMkLst>
        </pc:grpChg>
        <pc:picChg chg="mod">
          <ac:chgData name="Noritsuna Imamura" userId="5b2da16fa1785921" providerId="LiveId" clId="{48082228-C27F-4E20-9B05-69EFA333094A}" dt="2025-06-11T10:43:09.196" v="15332" actId="26606"/>
          <ac:picMkLst>
            <pc:docMk/>
            <pc:sldMk cId="3484006046" sldId="4730"/>
            <ac:picMk id="8194" creationId="{A8BACACA-2521-1C69-E831-63241A5686B4}"/>
          </ac:picMkLst>
        </pc:picChg>
      </pc:sldChg>
      <pc:sldChg chg="addSp delSp modSp mod">
        <pc:chgData name="Noritsuna Imamura" userId="5b2da16fa1785921" providerId="LiveId" clId="{48082228-C27F-4E20-9B05-69EFA333094A}" dt="2025-06-11T10:37:06.367" v="15048" actId="20577"/>
        <pc:sldMkLst>
          <pc:docMk/>
          <pc:sldMk cId="2824113743" sldId="4731"/>
        </pc:sldMkLst>
        <pc:spChg chg="mod">
          <ac:chgData name="Noritsuna Imamura" userId="5b2da16fa1785921" providerId="LiveId" clId="{48082228-C27F-4E20-9B05-69EFA333094A}" dt="2025-06-11T10:37:06.367" v="15048" actId="20577"/>
          <ac:spMkLst>
            <pc:docMk/>
            <pc:sldMk cId="2824113743" sldId="4731"/>
            <ac:spMk id="3" creationId="{AF3A93B1-9D46-1720-0A29-0CB1ADCD7BF1}"/>
          </ac:spMkLst>
        </pc:spChg>
        <pc:spChg chg="add">
          <ac:chgData name="Noritsuna Imamura" userId="5b2da16fa1785921" providerId="LiveId" clId="{48082228-C27F-4E20-9B05-69EFA333094A}" dt="2025-06-11T10:36:47.942" v="15042" actId="26606"/>
          <ac:spMkLst>
            <pc:docMk/>
            <pc:sldMk cId="2824113743" sldId="4731"/>
            <ac:spMk id="1061" creationId="{201CC55D-ED54-4C5C-95E6-10947BD1103B}"/>
          </ac:spMkLst>
        </pc:spChg>
        <pc:spChg chg="add">
          <ac:chgData name="Noritsuna Imamura" userId="5b2da16fa1785921" providerId="LiveId" clId="{48082228-C27F-4E20-9B05-69EFA333094A}" dt="2025-06-11T10:36:47.942" v="15042" actId="26606"/>
          <ac:spMkLst>
            <pc:docMk/>
            <pc:sldMk cId="2824113743" sldId="4731"/>
            <ac:spMk id="1067" creationId="{3873B707-463F-40B0-8227-E8CC6C67EB25}"/>
          </ac:spMkLst>
        </pc:spChg>
        <pc:spChg chg="add">
          <ac:chgData name="Noritsuna Imamura" userId="5b2da16fa1785921" providerId="LiveId" clId="{48082228-C27F-4E20-9B05-69EFA333094A}" dt="2025-06-11T10:36:47.942" v="15042" actId="26606"/>
          <ac:spMkLst>
            <pc:docMk/>
            <pc:sldMk cId="2824113743" sldId="4731"/>
            <ac:spMk id="1069" creationId="{C13237C8-E62C-4F0D-A318-BD6FB6C2D138}"/>
          </ac:spMkLst>
        </pc:spChg>
        <pc:spChg chg="add">
          <ac:chgData name="Noritsuna Imamura" userId="5b2da16fa1785921" providerId="LiveId" clId="{48082228-C27F-4E20-9B05-69EFA333094A}" dt="2025-06-11T10:36:47.942" v="15042" actId="26606"/>
          <ac:spMkLst>
            <pc:docMk/>
            <pc:sldMk cId="2824113743" sldId="4731"/>
            <ac:spMk id="1071" creationId="{19C9EAEA-39D0-4B0E-A0EB-51E7B26740B1}"/>
          </ac:spMkLst>
        </pc:spChg>
        <pc:grpChg chg="add">
          <ac:chgData name="Noritsuna Imamura" userId="5b2da16fa1785921" providerId="LiveId" clId="{48082228-C27F-4E20-9B05-69EFA333094A}" dt="2025-06-11T10:36:47.942" v="15042" actId="26606"/>
          <ac:grpSpMkLst>
            <pc:docMk/>
            <pc:sldMk cId="2824113743" sldId="4731"/>
            <ac:grpSpMk id="1063" creationId="{1DE889C7-FAD6-4397-98E2-05D503484459}"/>
          </ac:grpSpMkLst>
        </pc:grpChg>
        <pc:picChg chg="mod">
          <ac:chgData name="Noritsuna Imamura" userId="5b2da16fa1785921" providerId="LiveId" clId="{48082228-C27F-4E20-9B05-69EFA333094A}" dt="2025-06-11T10:35:57.106" v="15022" actId="26606"/>
          <ac:picMkLst>
            <pc:docMk/>
            <pc:sldMk cId="2824113743" sldId="4731"/>
            <ac:picMk id="1026" creationId="{BE431170-80B0-EE5E-A68B-B388870AC02B}"/>
          </ac:picMkLst>
        </pc:picChg>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pChg chg="mod">
          <ac:chgData name="Noritsuna Imamura" userId="5b2da16fa1785921" providerId="LiveId" clId="{48082228-C27F-4E20-9B05-69EFA333094A}" dt="2025-06-10T13:15:51.290" v="11378" actId="26606"/>
          <ac:spMkLst>
            <pc:docMk/>
            <pc:sldMk cId="3247124886" sldId="4734"/>
            <ac:spMk id="2" creationId="{9FFDE6C4-500B-7CD8-06CA-663A0682467F}"/>
          </ac:spMkLst>
        </pc:spChg>
        <pc:spChg chg="mod ord">
          <ac:chgData name="Noritsuna Imamura" userId="5b2da16fa1785921" providerId="LiveId" clId="{48082228-C27F-4E20-9B05-69EFA333094A}" dt="2025-06-10T13:17:07.750" v="11396" actId="27636"/>
          <ac:spMkLst>
            <pc:docMk/>
            <pc:sldMk cId="3247124886" sldId="4734"/>
            <ac:spMk id="3" creationId="{830FA4FD-889A-BB7C-E5A9-F7FB4AC642E9}"/>
          </ac:spMkLst>
        </pc:spChg>
        <pc:spChg chg="add">
          <ac:chgData name="Noritsuna Imamura" userId="5b2da16fa1785921" providerId="LiveId" clId="{48082228-C27F-4E20-9B05-69EFA333094A}" dt="2025-06-10T13:15:51.290" v="11378" actId="26606"/>
          <ac:spMkLst>
            <pc:docMk/>
            <pc:sldMk cId="3247124886" sldId="4734"/>
            <ac:spMk id="19" creationId="{D5B0017B-2ECA-49AF-B397-DC140825DF8D}"/>
          </ac:spMkLst>
        </pc:spChg>
        <pc:spChg chg="add">
          <ac:chgData name="Noritsuna Imamura" userId="5b2da16fa1785921" providerId="LiveId" clId="{48082228-C27F-4E20-9B05-69EFA333094A}" dt="2025-06-10T13:15:51.290" v="11378" actId="26606"/>
          <ac:spMkLst>
            <pc:docMk/>
            <pc:sldMk cId="3247124886" sldId="4734"/>
            <ac:spMk id="21" creationId="{70E96339-907C-46C3-99AC-31179B6F0EBD}"/>
          </ac:spMkLst>
        </pc:spChg>
        <pc:spChg chg="add">
          <ac:chgData name="Noritsuna Imamura" userId="5b2da16fa1785921" providerId="LiveId" clId="{48082228-C27F-4E20-9B05-69EFA333094A}" dt="2025-06-10T13:15:51.290" v="11378" actId="26606"/>
          <ac:spMkLst>
            <pc:docMk/>
            <pc:sldMk cId="3247124886" sldId="4734"/>
            <ac:spMk id="35" creationId="{28D31E1B-0407-4223-9642-0B642CBF57D9}"/>
          </ac:spMkLst>
        </pc:spChg>
        <pc:grpChg chg="add">
          <ac:chgData name="Noritsuna Imamura" userId="5b2da16fa1785921" providerId="LiveId" clId="{48082228-C27F-4E20-9B05-69EFA333094A}" dt="2025-06-10T13:15:51.290" v="11378" actId="26606"/>
          <ac:grpSpMkLst>
            <pc:docMk/>
            <pc:sldMk cId="3247124886" sldId="4734"/>
            <ac:grpSpMk id="36" creationId="{AE1C45F0-260A-458C-96ED-C1F6D2151219}"/>
          </ac:grpSpMkLst>
        </pc:grpChg>
        <pc:picChg chg="add mod">
          <ac:chgData name="Noritsuna Imamura" userId="5b2da16fa1785921" providerId="LiveId" clId="{48082228-C27F-4E20-9B05-69EFA333094A}" dt="2025-06-10T13:17:15.462" v="11398" actId="1076"/>
          <ac:picMkLst>
            <pc:docMk/>
            <pc:sldMk cId="3247124886" sldId="4734"/>
            <ac:picMk id="7" creationId="{4BD5B656-3B65-2B55-4C10-4F2CD2DD26C1}"/>
          </ac:picMkLst>
        </pc:picChg>
        <pc:cxnChg chg="add">
          <ac:chgData name="Noritsuna Imamura" userId="5b2da16fa1785921" providerId="LiveId" clId="{48082228-C27F-4E20-9B05-69EFA333094A}" dt="2025-06-10T13:15:51.290" v="11378" actId="26606"/>
          <ac:cxnSpMkLst>
            <pc:docMk/>
            <pc:sldMk cId="3247124886" sldId="4734"/>
            <ac:cxnSpMk id="23" creationId="{6CF1BAF6-AD41-4082-B212-8A1F9A2E8779}"/>
          </ac:cxnSpMkLst>
        </pc:cxnChg>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pChg chg="mod">
          <ac:chgData name="Noritsuna Imamura" userId="5b2da16fa1785921" providerId="LiveId" clId="{48082228-C27F-4E20-9B05-69EFA333094A}" dt="2025-06-10T17:41:58.617" v="12735" actId="26606"/>
          <ac:spMkLst>
            <pc:docMk/>
            <pc:sldMk cId="3802798042" sldId="4735"/>
            <ac:spMk id="2" creationId="{F971EC45-8059-A68F-9486-DFFD99C3F7E6}"/>
          </ac:spMkLst>
        </pc:spChg>
        <pc:spChg chg="mod">
          <ac:chgData name="Noritsuna Imamura" userId="5b2da16fa1785921" providerId="LiveId" clId="{48082228-C27F-4E20-9B05-69EFA333094A}" dt="2025-06-22T23:49:46.172" v="16442" actId="14100"/>
          <ac:spMkLst>
            <pc:docMk/>
            <pc:sldMk cId="3802798042" sldId="4735"/>
            <ac:spMk id="3" creationId="{2927A161-5724-F07D-B2CD-7378DCD42D7A}"/>
          </ac:spMkLst>
        </pc:spChg>
        <pc:spChg chg="add mod">
          <ac:chgData name="Noritsuna Imamura" userId="5b2da16fa1785921" providerId="LiveId" clId="{48082228-C27F-4E20-9B05-69EFA333094A}" dt="2025-06-10T17:41:48.775" v="12734" actId="164"/>
          <ac:spMkLst>
            <pc:docMk/>
            <pc:sldMk cId="3802798042" sldId="4735"/>
            <ac:spMk id="6" creationId="{2613F7CB-92F2-4476-4149-ACE571D1D3AA}"/>
          </ac:spMkLst>
        </pc:spChg>
        <pc:spChg chg="mod">
          <ac:chgData name="Noritsuna Imamura" userId="5b2da16fa1785921" providerId="LiveId" clId="{48082228-C27F-4E20-9B05-69EFA333094A}" dt="2025-06-22T23:46:45.267" v="16284" actId="1076"/>
          <ac:spMkLst>
            <pc:docMk/>
            <pc:sldMk cId="3802798042" sldId="4735"/>
            <ac:spMk id="10" creationId="{7AB9352E-AE80-B4C0-BF81-3F386B584800}"/>
          </ac:spMkLst>
        </pc:spChg>
        <pc:spChg chg="mod">
          <ac:chgData name="Noritsuna Imamura" userId="5b2da16fa1785921" providerId="LiveId" clId="{48082228-C27F-4E20-9B05-69EFA333094A}" dt="2025-06-22T23:46:08.247" v="16282" actId="1076"/>
          <ac:spMkLst>
            <pc:docMk/>
            <pc:sldMk cId="3802798042" sldId="4735"/>
            <ac:spMk id="11" creationId="{C5DAB52F-CEDA-E18E-370F-04C2FBF36EE9}"/>
          </ac:spMkLst>
        </pc:spChg>
        <pc:spChg chg="add mod">
          <ac:chgData name="Noritsuna Imamura" userId="5b2da16fa1785921" providerId="LiveId" clId="{48082228-C27F-4E20-9B05-69EFA333094A}" dt="2025-06-10T17:41:48.775" v="12734" actId="164"/>
          <ac:spMkLst>
            <pc:docMk/>
            <pc:sldMk cId="3802798042" sldId="4735"/>
            <ac:spMk id="13" creationId="{7DC160DD-5DD0-4E93-7581-A7C89B9E33D3}"/>
          </ac:spMkLst>
        </pc:spChg>
        <pc:spChg chg="add mod">
          <ac:chgData name="Noritsuna Imamura" userId="5b2da16fa1785921" providerId="LiveId" clId="{48082228-C27F-4E20-9B05-69EFA333094A}" dt="2025-06-10T17:41:48.775" v="12734" actId="164"/>
          <ac:spMkLst>
            <pc:docMk/>
            <pc:sldMk cId="3802798042" sldId="4735"/>
            <ac:spMk id="15" creationId="{7D6050B0-05C1-6486-8F52-C040C0566E0C}"/>
          </ac:spMkLst>
        </pc:spChg>
        <pc:spChg chg="add mod">
          <ac:chgData name="Noritsuna Imamura" userId="5b2da16fa1785921" providerId="LiveId" clId="{48082228-C27F-4E20-9B05-69EFA333094A}" dt="2025-06-10T17:41:48.775" v="12734" actId="164"/>
          <ac:spMkLst>
            <pc:docMk/>
            <pc:sldMk cId="3802798042" sldId="4735"/>
            <ac:spMk id="17" creationId="{496CFFF1-5142-AABA-8F92-D1327221B672}"/>
          </ac:spMkLst>
        </pc:spChg>
        <pc:spChg chg="add mod">
          <ac:chgData name="Noritsuna Imamura" userId="5b2da16fa1785921" providerId="LiveId" clId="{48082228-C27F-4E20-9B05-69EFA333094A}" dt="2025-06-10T17:41:48.775" v="12734" actId="164"/>
          <ac:spMkLst>
            <pc:docMk/>
            <pc:sldMk cId="3802798042" sldId="4735"/>
            <ac:spMk id="22" creationId="{9D0962D7-333E-59BB-8628-E8F989EEACD7}"/>
          </ac:spMkLst>
        </pc:spChg>
        <pc:spChg chg="add mod">
          <ac:chgData name="Noritsuna Imamura" userId="5b2da16fa1785921" providerId="LiveId" clId="{48082228-C27F-4E20-9B05-69EFA333094A}" dt="2025-06-10T17:41:48.775" v="12734" actId="164"/>
          <ac:spMkLst>
            <pc:docMk/>
            <pc:sldMk cId="3802798042" sldId="4735"/>
            <ac:spMk id="23" creationId="{7E5F4DF2-F6C6-51D4-523F-A5575D698059}"/>
          </ac:spMkLst>
        </pc:spChg>
        <pc:spChg chg="add mod">
          <ac:chgData name="Noritsuna Imamura" userId="5b2da16fa1785921" providerId="LiveId" clId="{48082228-C27F-4E20-9B05-69EFA333094A}" dt="2025-06-10T17:41:48.775" v="12734" actId="164"/>
          <ac:spMkLst>
            <pc:docMk/>
            <pc:sldMk cId="3802798042" sldId="4735"/>
            <ac:spMk id="27" creationId="{AA623895-EC35-63C5-B13C-C1CDE7F28689}"/>
          </ac:spMkLst>
        </pc:spChg>
        <pc:spChg chg="add mod">
          <ac:chgData name="Noritsuna Imamura" userId="5b2da16fa1785921" providerId="LiveId" clId="{48082228-C27F-4E20-9B05-69EFA333094A}" dt="2025-06-10T17:41:48.775" v="12734" actId="164"/>
          <ac:spMkLst>
            <pc:docMk/>
            <pc:sldMk cId="3802798042" sldId="4735"/>
            <ac:spMk id="28" creationId="{6777CEB7-20AE-AEE5-326D-56B5EF24EC5D}"/>
          </ac:spMkLst>
        </pc:spChg>
        <pc:spChg chg="add mod">
          <ac:chgData name="Noritsuna Imamura" userId="5b2da16fa1785921" providerId="LiveId" clId="{48082228-C27F-4E20-9B05-69EFA333094A}" dt="2025-06-10T17:41:48.775" v="12734" actId="164"/>
          <ac:spMkLst>
            <pc:docMk/>
            <pc:sldMk cId="3802798042" sldId="4735"/>
            <ac:spMk id="29" creationId="{E1FC6FD6-B58F-599A-44CC-64B28899B982}"/>
          </ac:spMkLst>
        </pc:spChg>
        <pc:spChg chg="add mod">
          <ac:chgData name="Noritsuna Imamura" userId="5b2da16fa1785921" providerId="LiveId" clId="{48082228-C27F-4E20-9B05-69EFA333094A}" dt="2025-06-10T17:41:48.775" v="12734" actId="164"/>
          <ac:spMkLst>
            <pc:docMk/>
            <pc:sldMk cId="3802798042" sldId="4735"/>
            <ac:spMk id="30" creationId="{C802F4D9-A324-12E0-11C7-F635AEFDBF8D}"/>
          </ac:spMkLst>
        </pc:spChg>
        <pc:spChg chg="add">
          <ac:chgData name="Noritsuna Imamura" userId="5b2da16fa1785921" providerId="LiveId" clId="{48082228-C27F-4E20-9B05-69EFA333094A}" dt="2025-06-10T17:41:58.617" v="12735" actId="26606"/>
          <ac:spMkLst>
            <pc:docMk/>
            <pc:sldMk cId="3802798042" sldId="4735"/>
            <ac:spMk id="36" creationId="{DBC6133C-0615-4CE4-9132-37E609A9BDFA}"/>
          </ac:spMkLst>
        </pc:spChg>
        <pc:spChg chg="add">
          <ac:chgData name="Noritsuna Imamura" userId="5b2da16fa1785921" providerId="LiveId" clId="{48082228-C27F-4E20-9B05-69EFA333094A}" dt="2025-06-10T17:41:58.617" v="12735" actId="26606"/>
          <ac:spMkLst>
            <pc:docMk/>
            <pc:sldMk cId="3802798042" sldId="4735"/>
            <ac:spMk id="38" creationId="{169CC832-2974-4E8D-90ED-3E2941BA7336}"/>
          </ac:spMkLst>
        </pc:spChg>
        <pc:spChg chg="add">
          <ac:chgData name="Noritsuna Imamura" userId="5b2da16fa1785921" providerId="LiveId" clId="{48082228-C27F-4E20-9B05-69EFA333094A}" dt="2025-06-10T17:41:58.617" v="12735" actId="26606"/>
          <ac:spMkLst>
            <pc:docMk/>
            <pc:sldMk cId="3802798042" sldId="4735"/>
            <ac:spMk id="40" creationId="{55222F96-971A-4F90-B841-6BAB416C7AC1}"/>
          </ac:spMkLst>
        </pc:spChg>
        <pc:spChg chg="add">
          <ac:chgData name="Noritsuna Imamura" userId="5b2da16fa1785921" providerId="LiveId" clId="{48082228-C27F-4E20-9B05-69EFA333094A}" dt="2025-06-10T17:41:58.617" v="12735" actId="26606"/>
          <ac:spMkLst>
            <pc:docMk/>
            <pc:sldMk cId="3802798042" sldId="4735"/>
            <ac:spMk id="42" creationId="{08980754-6F4B-43C9-B9BE-127B6BED6586}"/>
          </ac:spMkLst>
        </pc:spChg>
        <pc:spChg chg="add">
          <ac:chgData name="Noritsuna Imamura" userId="5b2da16fa1785921" providerId="LiveId" clId="{48082228-C27F-4E20-9B05-69EFA333094A}" dt="2025-06-10T17:41:58.617" v="12735" actId="26606"/>
          <ac:spMkLst>
            <pc:docMk/>
            <pc:sldMk cId="3802798042" sldId="4735"/>
            <ac:spMk id="44" creationId="{2C1BBA94-3F40-40AA-8BB9-E69E25E537C1}"/>
          </ac:spMkLst>
        </pc:spChg>
        <pc:grpChg chg="add mod">
          <ac:chgData name="Noritsuna Imamura" userId="5b2da16fa1785921" providerId="LiveId" clId="{48082228-C27F-4E20-9B05-69EFA333094A}" dt="2025-06-22T23:46:15.610" v="16283" actId="1076"/>
          <ac:grpSpMkLst>
            <pc:docMk/>
            <pc:sldMk cId="3802798042" sldId="4735"/>
            <ac:grpSpMk id="8" creationId="{FF55692D-1174-68EC-7832-3ED0ED5FFC0B}"/>
          </ac:grpSpMkLst>
        </pc:grpChg>
        <pc:grpChg chg="add mod">
          <ac:chgData name="Noritsuna Imamura" userId="5b2da16fa1785921" providerId="LiveId" clId="{48082228-C27F-4E20-9B05-69EFA333094A}" dt="2025-06-10T17:42:09.945" v="12748" actId="1076"/>
          <ac:grpSpMkLst>
            <pc:docMk/>
            <pc:sldMk cId="3802798042" sldId="4735"/>
            <ac:grpSpMk id="31" creationId="{63DD8858-8C40-B82D-6180-C1497968D502}"/>
          </ac:grpSpMkLst>
        </pc:grpChg>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pChg chg="mod">
          <ac:chgData name="Noritsuna Imamura" userId="5b2da16fa1785921" providerId="LiveId" clId="{48082228-C27F-4E20-9B05-69EFA333094A}" dt="2025-06-10T15:45:22.408" v="11969" actId="26606"/>
          <ac:spMkLst>
            <pc:docMk/>
            <pc:sldMk cId="3409748779" sldId="4737"/>
            <ac:spMk id="2" creationId="{40803439-9D76-52B9-758A-294B4758C67A}"/>
          </ac:spMkLst>
        </pc:spChg>
        <pc:spChg chg="mod">
          <ac:chgData name="Noritsuna Imamura" userId="5b2da16fa1785921" providerId="LiveId" clId="{48082228-C27F-4E20-9B05-69EFA333094A}" dt="2025-06-10T15:50:02.754" v="11981" actId="20577"/>
          <ac:spMkLst>
            <pc:docMk/>
            <pc:sldMk cId="3409748779" sldId="4737"/>
            <ac:spMk id="3" creationId="{D7EDEFD3-F262-9A11-62C6-79A1DDCA5A85}"/>
          </ac:spMkLst>
        </pc:spChg>
        <pc:spChg chg="add mod">
          <ac:chgData name="Noritsuna Imamura" userId="5b2da16fa1785921" providerId="LiveId" clId="{48082228-C27F-4E20-9B05-69EFA333094A}" dt="2025-06-10T15:47:54.272" v="11971" actId="1076"/>
          <ac:spMkLst>
            <pc:docMk/>
            <pc:sldMk cId="3409748779" sldId="4737"/>
            <ac:spMk id="6" creationId="{1406486C-5F8D-B93F-D722-CE6758D30978}"/>
          </ac:spMkLst>
        </pc:spChg>
        <pc:spChg chg="add">
          <ac:chgData name="Noritsuna Imamura" userId="5b2da16fa1785921" providerId="LiveId" clId="{48082228-C27F-4E20-9B05-69EFA333094A}" dt="2025-06-10T15:45:22.408" v="11969" actId="26606"/>
          <ac:spMkLst>
            <pc:docMk/>
            <pc:sldMk cId="3409748779" sldId="4737"/>
            <ac:spMk id="10" creationId="{28D31E1B-0407-4223-9642-0B642CBF57D9}"/>
          </ac:spMkLst>
        </pc:spChg>
        <pc:spChg chg="add">
          <ac:chgData name="Noritsuna Imamura" userId="5b2da16fa1785921" providerId="LiveId" clId="{48082228-C27F-4E20-9B05-69EFA333094A}" dt="2025-06-10T15:45:22.408" v="11969" actId="26606"/>
          <ac:spMkLst>
            <pc:docMk/>
            <pc:sldMk cId="3409748779" sldId="4737"/>
            <ac:spMk id="17" creationId="{D5B0017B-2ECA-49AF-B397-DC140825DF8D}"/>
          </ac:spMkLst>
        </pc:spChg>
        <pc:spChg chg="add">
          <ac:chgData name="Noritsuna Imamura" userId="5b2da16fa1785921" providerId="LiveId" clId="{48082228-C27F-4E20-9B05-69EFA333094A}" dt="2025-06-10T15:45:22.408" v="11969" actId="26606"/>
          <ac:spMkLst>
            <pc:docMk/>
            <pc:sldMk cId="3409748779" sldId="4737"/>
            <ac:spMk id="19" creationId="{70E96339-907C-46C3-99AC-31179B6F0EBD}"/>
          </ac:spMkLst>
        </pc:spChg>
        <pc:grpChg chg="add">
          <ac:chgData name="Noritsuna Imamura" userId="5b2da16fa1785921" providerId="LiveId" clId="{48082228-C27F-4E20-9B05-69EFA333094A}" dt="2025-06-10T15:45:22.408" v="11969" actId="26606"/>
          <ac:grpSpMkLst>
            <pc:docMk/>
            <pc:sldMk cId="3409748779" sldId="4737"/>
            <ac:grpSpMk id="12" creationId="{AE1C45F0-260A-458C-96ED-C1F6D2151219}"/>
          </ac:grpSpMkLst>
        </pc:grpChg>
        <pc:picChg chg="add mod">
          <ac:chgData name="Noritsuna Imamura" userId="5b2da16fa1785921" providerId="LiveId" clId="{48082228-C27F-4E20-9B05-69EFA333094A}" dt="2025-06-10T15:45:22.408" v="11969" actId="26606"/>
          <ac:picMkLst>
            <pc:docMk/>
            <pc:sldMk cId="3409748779" sldId="4737"/>
            <ac:picMk id="5" creationId="{2652ADBC-80B5-C795-77DC-65DBE9B4AB40}"/>
          </ac:picMkLst>
        </pc:picChg>
        <pc:cxnChg chg="add">
          <ac:chgData name="Noritsuna Imamura" userId="5b2da16fa1785921" providerId="LiveId" clId="{48082228-C27F-4E20-9B05-69EFA333094A}" dt="2025-06-10T15:45:22.408" v="11969" actId="26606"/>
          <ac:cxnSpMkLst>
            <pc:docMk/>
            <pc:sldMk cId="3409748779" sldId="4737"/>
            <ac:cxnSpMk id="21" creationId="{6CF1BAF6-AD41-4082-B212-8A1F9A2E8779}"/>
          </ac:cxnSpMkLst>
        </pc:cxnChg>
      </pc:sldChg>
      <pc:sldChg chg="modSp add mod ord">
        <pc:chgData name="Noritsuna Imamura" userId="5b2da16fa1785921" providerId="LiveId" clId="{48082228-C27F-4E20-9B05-69EFA333094A}" dt="2025-06-10T18:06:13.027" v="12998"/>
        <pc:sldMkLst>
          <pc:docMk/>
          <pc:sldMk cId="1180322686" sldId="4738"/>
        </pc:sldMkLst>
        <pc:spChg chg="mod">
          <ac:chgData name="Noritsuna Imamura" userId="5b2da16fa1785921" providerId="LiveId" clId="{48082228-C27F-4E20-9B05-69EFA333094A}" dt="2025-06-10T18:04:48.587" v="12925" actId="20577"/>
          <ac:spMkLst>
            <pc:docMk/>
            <pc:sldMk cId="1180322686" sldId="4738"/>
            <ac:spMk id="2" creationId="{169982F3-CCDF-365E-F455-6A7B7C69E9A1}"/>
          </ac:spMkLst>
        </pc:spChg>
      </pc:sldChg>
      <pc:sldChg chg="addSp delSp modSp new mod setBg">
        <pc:chgData name="Noritsuna Imamura" userId="5b2da16fa1785921" providerId="LiveId" clId="{48082228-C27F-4E20-9B05-69EFA333094A}" dt="2025-06-10T16:14:54.021" v="12637" actId="26606"/>
        <pc:sldMkLst>
          <pc:docMk/>
          <pc:sldMk cId="3576756689" sldId="4739"/>
        </pc:sldMkLst>
        <pc:spChg chg="mod">
          <ac:chgData name="Noritsuna Imamura" userId="5b2da16fa1785921" providerId="LiveId" clId="{48082228-C27F-4E20-9B05-69EFA333094A}" dt="2025-06-10T16:14:54.021" v="12637" actId="26606"/>
          <ac:spMkLst>
            <pc:docMk/>
            <pc:sldMk cId="3576756689" sldId="4739"/>
            <ac:spMk id="2" creationId="{7C9CA0FB-A587-FE2F-BCAD-A8D6612984A3}"/>
          </ac:spMkLst>
        </pc:spChg>
        <pc:spChg chg="mod">
          <ac:chgData name="Noritsuna Imamura" userId="5b2da16fa1785921" providerId="LiveId" clId="{48082228-C27F-4E20-9B05-69EFA333094A}" dt="2025-06-10T16:14:54.021" v="12637" actId="26606"/>
          <ac:spMkLst>
            <pc:docMk/>
            <pc:sldMk cId="3576756689" sldId="4739"/>
            <ac:spMk id="3" creationId="{89047EA5-96A1-8979-4686-C4C88E7DE9DB}"/>
          </ac:spMkLst>
        </pc:spChg>
        <pc:spChg chg="add">
          <ac:chgData name="Noritsuna Imamura" userId="5b2da16fa1785921" providerId="LiveId" clId="{48082228-C27F-4E20-9B05-69EFA333094A}" dt="2025-06-10T16:14:54.021" v="12637" actId="26606"/>
          <ac:spMkLst>
            <pc:docMk/>
            <pc:sldMk cId="3576756689" sldId="4739"/>
            <ac:spMk id="14" creationId="{922F19F4-FE70-43DC-856F-2CE5F521DC48}"/>
          </ac:spMkLst>
        </pc:spChg>
        <pc:spChg chg="add">
          <ac:chgData name="Noritsuna Imamura" userId="5b2da16fa1785921" providerId="LiveId" clId="{48082228-C27F-4E20-9B05-69EFA333094A}" dt="2025-06-10T16:14:54.021" v="12637" actId="26606"/>
          <ac:spMkLst>
            <pc:docMk/>
            <pc:sldMk cId="3576756689" sldId="4739"/>
            <ac:spMk id="21" creationId="{D5B0017B-2ECA-49AF-B397-DC140825DF8D}"/>
          </ac:spMkLst>
        </pc:spChg>
        <pc:spChg chg="add">
          <ac:chgData name="Noritsuna Imamura" userId="5b2da16fa1785921" providerId="LiveId" clId="{48082228-C27F-4E20-9B05-69EFA333094A}" dt="2025-06-10T16:14:54.021" v="12637" actId="26606"/>
          <ac:spMkLst>
            <pc:docMk/>
            <pc:sldMk cId="3576756689" sldId="4739"/>
            <ac:spMk id="23" creationId="{395ECC94-3D5E-46A7-A7A1-DE807E1563B4}"/>
          </ac:spMkLst>
        </pc:spChg>
        <pc:spChg chg="add">
          <ac:chgData name="Noritsuna Imamura" userId="5b2da16fa1785921" providerId="LiveId" clId="{48082228-C27F-4E20-9B05-69EFA333094A}" dt="2025-06-10T16:14:54.021" v="12637" actId="26606"/>
          <ac:spMkLst>
            <pc:docMk/>
            <pc:sldMk cId="3576756689" sldId="4739"/>
            <ac:spMk id="25" creationId="{7E549738-9961-462D-81B7-4A7A44691102}"/>
          </ac:spMkLst>
        </pc:spChg>
        <pc:grpChg chg="add">
          <ac:chgData name="Noritsuna Imamura" userId="5b2da16fa1785921" providerId="LiveId" clId="{48082228-C27F-4E20-9B05-69EFA333094A}" dt="2025-06-10T16:14:54.021" v="12637" actId="26606"/>
          <ac:grpSpMkLst>
            <pc:docMk/>
            <pc:sldMk cId="3576756689" sldId="4739"/>
            <ac:grpSpMk id="16" creationId="{AE1C45F0-260A-458C-96ED-C1F6D2151219}"/>
          </ac:grpSpMkLst>
        </pc:grpChg>
        <pc:picChg chg="add mod ord">
          <ac:chgData name="Noritsuna Imamura" userId="5b2da16fa1785921" providerId="LiveId" clId="{48082228-C27F-4E20-9B05-69EFA333094A}" dt="2025-06-10T16:14:54.021" v="12637" actId="26606"/>
          <ac:picMkLst>
            <pc:docMk/>
            <pc:sldMk cId="3576756689" sldId="4739"/>
            <ac:picMk id="5" creationId="{ABDCC4B4-C59B-9043-4145-10A64C049725}"/>
          </ac:picMkLst>
        </pc:picChg>
        <pc:picChg chg="add mod">
          <ac:chgData name="Noritsuna Imamura" userId="5b2da16fa1785921" providerId="LiveId" clId="{48082228-C27F-4E20-9B05-69EFA333094A}" dt="2025-06-10T16:14:54.021" v="12637" actId="26606"/>
          <ac:picMkLst>
            <pc:docMk/>
            <pc:sldMk cId="3576756689" sldId="4739"/>
            <ac:picMk id="9" creationId="{949B13BE-5485-6FE2-EAE3-D9E108B28A78}"/>
          </ac:picMkLst>
        </pc:picChg>
        <pc:cxnChg chg="add">
          <ac:chgData name="Noritsuna Imamura" userId="5b2da16fa1785921" providerId="LiveId" clId="{48082228-C27F-4E20-9B05-69EFA333094A}" dt="2025-06-10T16:14:54.021" v="12637" actId="26606"/>
          <ac:cxnSpMkLst>
            <pc:docMk/>
            <pc:sldMk cId="3576756689" sldId="4739"/>
            <ac:cxnSpMk id="27" creationId="{6CF1BAF6-AD41-4082-B212-8A1F9A2E8779}"/>
          </ac:cxnSpMkLst>
        </pc:cxnChg>
      </pc:sldChg>
      <pc:sldChg chg="addSp delSp modSp new mod setBg">
        <pc:chgData name="Noritsuna Imamura" userId="5b2da16fa1785921" providerId="LiveId" clId="{48082228-C27F-4E20-9B05-69EFA333094A}" dt="2025-06-10T16:10:55.969" v="12413" actId="20577"/>
        <pc:sldMkLst>
          <pc:docMk/>
          <pc:sldMk cId="1916156999" sldId="4740"/>
        </pc:sldMkLst>
        <pc:spChg chg="mod">
          <ac:chgData name="Noritsuna Imamura" userId="5b2da16fa1785921" providerId="LiveId" clId="{48082228-C27F-4E20-9B05-69EFA333094A}" dt="2025-06-10T16:07:38.685" v="12229" actId="20577"/>
          <ac:spMkLst>
            <pc:docMk/>
            <pc:sldMk cId="1916156999" sldId="4740"/>
            <ac:spMk id="2" creationId="{795FCAF3-C8F0-29FE-A600-AD9372B27242}"/>
          </ac:spMkLst>
        </pc:spChg>
        <pc:spChg chg="mod">
          <ac:chgData name="Noritsuna Imamura" userId="5b2da16fa1785921" providerId="LiveId" clId="{48082228-C27F-4E20-9B05-69EFA333094A}" dt="2025-06-10T16:10:55.969" v="12413" actId="20577"/>
          <ac:spMkLst>
            <pc:docMk/>
            <pc:sldMk cId="1916156999" sldId="4740"/>
            <ac:spMk id="3" creationId="{0B9DD172-C32D-B365-38FD-374A53A89AC3}"/>
          </ac:spMkLst>
        </pc:spChg>
        <pc:spChg chg="add">
          <ac:chgData name="Noritsuna Imamura" userId="5b2da16fa1785921" providerId="LiveId" clId="{48082228-C27F-4E20-9B05-69EFA333094A}" dt="2025-06-10T16:10:47.261" v="12400" actId="26606"/>
          <ac:spMkLst>
            <pc:docMk/>
            <pc:sldMk cId="1916156999" sldId="4740"/>
            <ac:spMk id="29" creationId="{B7412B8E-484B-4452-8644-AD263F593B44}"/>
          </ac:spMkLst>
        </pc:spChg>
        <pc:spChg chg="add">
          <ac:chgData name="Noritsuna Imamura" userId="5b2da16fa1785921" providerId="LiveId" clId="{48082228-C27F-4E20-9B05-69EFA333094A}" dt="2025-06-10T16:10:47.261" v="12400" actId="26606"/>
          <ac:spMkLst>
            <pc:docMk/>
            <pc:sldMk cId="1916156999" sldId="4740"/>
            <ac:spMk id="36" creationId="{D5B0017B-2ECA-49AF-B397-DC140825DF8D}"/>
          </ac:spMkLst>
        </pc:spChg>
        <pc:spChg chg="add">
          <ac:chgData name="Noritsuna Imamura" userId="5b2da16fa1785921" providerId="LiveId" clId="{48082228-C27F-4E20-9B05-69EFA333094A}" dt="2025-06-10T16:10:47.261" v="12400" actId="26606"/>
          <ac:spMkLst>
            <pc:docMk/>
            <pc:sldMk cId="1916156999" sldId="4740"/>
            <ac:spMk id="38" creationId="{0FD95D09-2666-454C-AE57-F5C7D86606F8}"/>
          </ac:spMkLst>
        </pc:spChg>
        <pc:grpChg chg="add">
          <ac:chgData name="Noritsuna Imamura" userId="5b2da16fa1785921" providerId="LiveId" clId="{48082228-C27F-4E20-9B05-69EFA333094A}" dt="2025-06-10T16:10:47.261" v="12400" actId="26606"/>
          <ac:grpSpMkLst>
            <pc:docMk/>
            <pc:sldMk cId="1916156999" sldId="4740"/>
            <ac:grpSpMk id="31" creationId="{AE1C45F0-260A-458C-96ED-C1F6D2151219}"/>
          </ac:grpSpMkLst>
        </pc:grpChg>
        <pc:picChg chg="add mod">
          <ac:chgData name="Noritsuna Imamura" userId="5b2da16fa1785921" providerId="LiveId" clId="{48082228-C27F-4E20-9B05-69EFA333094A}" dt="2025-06-10T16:06:02.397" v="12109" actId="26606"/>
          <ac:picMkLst>
            <pc:docMk/>
            <pc:sldMk cId="1916156999" sldId="4740"/>
            <ac:picMk id="5" creationId="{1CD67214-2994-6FDF-692E-5ED17E3633B8}"/>
          </ac:picMkLst>
        </pc:picChg>
        <pc:picChg chg="add mod ord">
          <ac:chgData name="Noritsuna Imamura" userId="5b2da16fa1785921" providerId="LiveId" clId="{48082228-C27F-4E20-9B05-69EFA333094A}" dt="2025-06-10T16:06:02.397" v="12109" actId="26606"/>
          <ac:picMkLst>
            <pc:docMk/>
            <pc:sldMk cId="1916156999" sldId="4740"/>
            <ac:picMk id="7" creationId="{2016F21E-2418-1B0E-15D5-6373A6F10777}"/>
          </ac:picMkLst>
        </pc:picChg>
        <pc:picChg chg="add mod">
          <ac:chgData name="Noritsuna Imamura" userId="5b2da16fa1785921" providerId="LiveId" clId="{48082228-C27F-4E20-9B05-69EFA333094A}" dt="2025-06-10T16:06:02.397" v="12109" actId="26606"/>
          <ac:picMkLst>
            <pc:docMk/>
            <pc:sldMk cId="1916156999" sldId="4740"/>
            <ac:picMk id="8" creationId="{A2444A9A-AB36-10D8-7DDE-D33387602B34}"/>
          </ac:picMkLst>
        </pc:picChg>
        <pc:cxnChg chg="add">
          <ac:chgData name="Noritsuna Imamura" userId="5b2da16fa1785921" providerId="LiveId" clId="{48082228-C27F-4E20-9B05-69EFA333094A}" dt="2025-06-10T16:10:47.261" v="12400" actId="26606"/>
          <ac:cxnSpMkLst>
            <pc:docMk/>
            <pc:sldMk cId="1916156999" sldId="4740"/>
            <ac:cxnSpMk id="40" creationId="{6CF1BAF6-AD41-4082-B212-8A1F9A2E8779}"/>
          </ac:cxnSpMkLst>
        </pc:cxnChg>
      </pc:sldChg>
      <pc:sldChg chg="addSp delSp modSp new mod setBg">
        <pc:chgData name="Noritsuna Imamura" userId="5b2da16fa1785921" providerId="LiveId" clId="{48082228-C27F-4E20-9B05-69EFA333094A}" dt="2025-06-10T16:10:38.508" v="12399" actId="26606"/>
        <pc:sldMkLst>
          <pc:docMk/>
          <pc:sldMk cId="3508653647" sldId="4741"/>
        </pc:sldMkLst>
        <pc:spChg chg="mod">
          <ac:chgData name="Noritsuna Imamura" userId="5b2da16fa1785921" providerId="LiveId" clId="{48082228-C27F-4E20-9B05-69EFA333094A}" dt="2025-06-10T16:10:38.508" v="12399" actId="26606"/>
          <ac:spMkLst>
            <pc:docMk/>
            <pc:sldMk cId="3508653647" sldId="4741"/>
            <ac:spMk id="2" creationId="{78A921E4-104A-72DD-4A50-B5C215145208}"/>
          </ac:spMkLst>
        </pc:spChg>
        <pc:spChg chg="mod">
          <ac:chgData name="Noritsuna Imamura" userId="5b2da16fa1785921" providerId="LiveId" clId="{48082228-C27F-4E20-9B05-69EFA333094A}" dt="2025-06-10T16:10:38.508" v="12399" actId="26606"/>
          <ac:spMkLst>
            <pc:docMk/>
            <pc:sldMk cId="3508653647" sldId="4741"/>
            <ac:spMk id="3" creationId="{889B1CEC-A34D-2D6B-6F2B-4FDD7349BDCC}"/>
          </ac:spMkLst>
        </pc:spChg>
        <pc:spChg chg="add">
          <ac:chgData name="Noritsuna Imamura" userId="5b2da16fa1785921" providerId="LiveId" clId="{48082228-C27F-4E20-9B05-69EFA333094A}" dt="2025-06-10T16:10:38.508" v="12399" actId="26606"/>
          <ac:spMkLst>
            <pc:docMk/>
            <pc:sldMk cId="3508653647" sldId="4741"/>
            <ac:spMk id="29" creationId="{922F19F4-FE70-43DC-856F-2CE5F521DC48}"/>
          </ac:spMkLst>
        </pc:spChg>
        <pc:spChg chg="add">
          <ac:chgData name="Noritsuna Imamura" userId="5b2da16fa1785921" providerId="LiveId" clId="{48082228-C27F-4E20-9B05-69EFA333094A}" dt="2025-06-10T16:10:38.508" v="12399" actId="26606"/>
          <ac:spMkLst>
            <pc:docMk/>
            <pc:sldMk cId="3508653647" sldId="4741"/>
            <ac:spMk id="38" creationId="{395ECC94-3D5E-46A7-A7A1-DE807E1563B4}"/>
          </ac:spMkLst>
        </pc:spChg>
        <pc:spChg chg="add">
          <ac:chgData name="Noritsuna Imamura" userId="5b2da16fa1785921" providerId="LiveId" clId="{48082228-C27F-4E20-9B05-69EFA333094A}" dt="2025-06-10T16:10:38.508" v="12399" actId="26606"/>
          <ac:spMkLst>
            <pc:docMk/>
            <pc:sldMk cId="3508653647" sldId="4741"/>
            <ac:spMk id="40" creationId="{7E549738-9961-462D-81B7-4A7A44691102}"/>
          </ac:spMkLst>
        </pc:spChg>
        <pc:picChg chg="add mod">
          <ac:chgData name="Noritsuna Imamura" userId="5b2da16fa1785921" providerId="LiveId" clId="{48082228-C27F-4E20-9B05-69EFA333094A}" dt="2025-06-10T16:10:15.704" v="12355" actId="26606"/>
          <ac:picMkLst>
            <pc:docMk/>
            <pc:sldMk cId="3508653647" sldId="4741"/>
            <ac:picMk id="5" creationId="{E52D09FB-6B3E-A9D0-FE1A-3E24FDF8C6DD}"/>
          </ac:picMkLst>
        </pc:picChg>
        <pc:picChg chg="add mod">
          <ac:chgData name="Noritsuna Imamura" userId="5b2da16fa1785921" providerId="LiveId" clId="{48082228-C27F-4E20-9B05-69EFA333094A}" dt="2025-06-10T16:10:15.704" v="12355" actId="26606"/>
          <ac:picMkLst>
            <pc:docMk/>
            <pc:sldMk cId="3508653647" sldId="4741"/>
            <ac:picMk id="7" creationId="{DCB71F95-793F-9B15-CB5E-0A443945CD9B}"/>
          </ac:picMkLst>
        </pc:picChg>
      </pc:sldChg>
      <pc:sldChg chg="addSp delSp modSp new mod setBg">
        <pc:chgData name="Noritsuna Imamura" userId="5b2da16fa1785921" providerId="LiveId" clId="{48082228-C27F-4E20-9B05-69EFA333094A}" dt="2025-06-10T17:37:49.022" v="12676" actId="20577"/>
        <pc:sldMkLst>
          <pc:docMk/>
          <pc:sldMk cId="797206707" sldId="4742"/>
        </pc:sldMkLst>
        <pc:spChg chg="mod">
          <ac:chgData name="Noritsuna Imamura" userId="5b2da16fa1785921" providerId="LiveId" clId="{48082228-C27F-4E20-9B05-69EFA333094A}" dt="2025-06-10T17:37:49.022" v="12676" actId="20577"/>
          <ac:spMkLst>
            <pc:docMk/>
            <pc:sldMk cId="797206707" sldId="4742"/>
            <ac:spMk id="2" creationId="{5890DB09-D71E-F6EC-5AF9-DF3717DC6B40}"/>
          </ac:spMkLst>
        </pc:spChg>
        <pc:spChg chg="add mod">
          <ac:chgData name="Noritsuna Imamura" userId="5b2da16fa1785921" providerId="LiveId" clId="{48082228-C27F-4E20-9B05-69EFA333094A}" dt="2025-06-10T17:37:33.923" v="12664" actId="164"/>
          <ac:spMkLst>
            <pc:docMk/>
            <pc:sldMk cId="797206707" sldId="4742"/>
            <ac:spMk id="12" creationId="{DC85E7CB-9C0D-FFB4-B599-0CA30323A8F3}"/>
          </ac:spMkLst>
        </pc:spChg>
        <pc:spChg chg="add mod">
          <ac:chgData name="Noritsuna Imamura" userId="5b2da16fa1785921" providerId="LiveId" clId="{48082228-C27F-4E20-9B05-69EFA333094A}" dt="2025-06-10T17:37:33.923" v="12664" actId="164"/>
          <ac:spMkLst>
            <pc:docMk/>
            <pc:sldMk cId="797206707" sldId="4742"/>
            <ac:spMk id="13" creationId="{8DA0C037-CFA0-9F65-654B-C5F6F61AC61A}"/>
          </ac:spMkLst>
        </pc:spChg>
        <pc:spChg chg="add mod">
          <ac:chgData name="Noritsuna Imamura" userId="5b2da16fa1785921" providerId="LiveId" clId="{48082228-C27F-4E20-9B05-69EFA333094A}" dt="2025-06-10T17:37:33.923" v="12664" actId="164"/>
          <ac:spMkLst>
            <pc:docMk/>
            <pc:sldMk cId="797206707" sldId="4742"/>
            <ac:spMk id="14" creationId="{818C3634-3C45-41C9-D56A-97EACE7C5826}"/>
          </ac:spMkLst>
        </pc:spChg>
        <pc:spChg chg="add">
          <ac:chgData name="Noritsuna Imamura" userId="5b2da16fa1785921" providerId="LiveId" clId="{48082228-C27F-4E20-9B05-69EFA333094A}" dt="2025-06-10T17:37:42.981" v="12665" actId="26606"/>
          <ac:spMkLst>
            <pc:docMk/>
            <pc:sldMk cId="797206707" sldId="4742"/>
            <ac:spMk id="22" creationId="{7DD77B92-CB36-4B20-A59A-59625E0F08AB}"/>
          </ac:spMkLst>
        </pc:spChg>
        <pc:spChg chg="add">
          <ac:chgData name="Noritsuna Imamura" userId="5b2da16fa1785921" providerId="LiveId" clId="{48082228-C27F-4E20-9B05-69EFA333094A}" dt="2025-06-10T17:37:42.981" v="12665" actId="26606"/>
          <ac:spMkLst>
            <pc:docMk/>
            <pc:sldMk cId="797206707" sldId="4742"/>
            <ac:spMk id="28" creationId="{2C1BBA94-3F40-40AA-8BB9-E69E25E537C1}"/>
          </ac:spMkLst>
        </pc:spChg>
        <pc:grpChg chg="add mod">
          <ac:chgData name="Noritsuna Imamura" userId="5b2da16fa1785921" providerId="LiveId" clId="{48082228-C27F-4E20-9B05-69EFA333094A}" dt="2025-06-10T17:37:42.981" v="12665" actId="26606"/>
          <ac:grpSpMkLst>
            <pc:docMk/>
            <pc:sldMk cId="797206707" sldId="4742"/>
            <ac:grpSpMk id="17" creationId="{E149F9E6-B124-9D7C-D1F4-36355A4603DB}"/>
          </ac:grpSpMkLst>
        </pc:grpChg>
        <pc:grpChg chg="add">
          <ac:chgData name="Noritsuna Imamura" userId="5b2da16fa1785921" providerId="LiveId" clId="{48082228-C27F-4E20-9B05-69EFA333094A}" dt="2025-06-10T17:37:42.981" v="12665" actId="26606"/>
          <ac:grpSpMkLst>
            <pc:docMk/>
            <pc:sldMk cId="797206707" sldId="4742"/>
            <ac:grpSpMk id="24" creationId="{B14B560F-9DD7-4302-A60B-EBD3EF59B073}"/>
          </ac:grpSpMkLst>
        </pc:grpChg>
        <pc:picChg chg="add mod">
          <ac:chgData name="Noritsuna Imamura" userId="5b2da16fa1785921" providerId="LiveId" clId="{48082228-C27F-4E20-9B05-69EFA333094A}" dt="2025-06-10T17:37:33.923" v="12664" actId="164"/>
          <ac:picMkLst>
            <pc:docMk/>
            <pc:sldMk cId="797206707" sldId="4742"/>
            <ac:picMk id="4" creationId="{B49E4AF8-6C93-E86C-0094-A6A09142D087}"/>
          </ac:picMkLst>
        </pc:picChg>
        <pc:cxnChg chg="add mod">
          <ac:chgData name="Noritsuna Imamura" userId="5b2da16fa1785921" providerId="LiveId" clId="{48082228-C27F-4E20-9B05-69EFA333094A}" dt="2025-06-10T17:37:33.923" v="12664" actId="164"/>
          <ac:cxnSpMkLst>
            <pc:docMk/>
            <pc:sldMk cId="797206707" sldId="4742"/>
            <ac:cxnSpMk id="6" creationId="{B92E7842-05B6-2FF2-F278-F3A9462D14C4}"/>
          </ac:cxnSpMkLst>
        </pc:cxnChg>
        <pc:cxnChg chg="add mod">
          <ac:chgData name="Noritsuna Imamura" userId="5b2da16fa1785921" providerId="LiveId" clId="{48082228-C27F-4E20-9B05-69EFA333094A}" dt="2025-06-10T17:37:33.923" v="12664" actId="164"/>
          <ac:cxnSpMkLst>
            <pc:docMk/>
            <pc:sldMk cId="797206707" sldId="4742"/>
            <ac:cxnSpMk id="7" creationId="{03043E3A-BB15-F0D7-DCCA-5EBA7C336146}"/>
          </ac:cxnSpMkLst>
        </pc:cxnChg>
        <pc:cxnChg chg="add mod">
          <ac:chgData name="Noritsuna Imamura" userId="5b2da16fa1785921" providerId="LiveId" clId="{48082228-C27F-4E20-9B05-69EFA333094A}" dt="2025-06-10T17:37:33.923" v="12664" actId="164"/>
          <ac:cxnSpMkLst>
            <pc:docMk/>
            <pc:sldMk cId="797206707" sldId="4742"/>
            <ac:cxnSpMk id="8" creationId="{479609D4-4A7C-3970-7C84-DCB328AE8633}"/>
          </ac:cxnSpMkLst>
        </pc:cxnChg>
        <pc:cxnChg chg="add mod">
          <ac:chgData name="Noritsuna Imamura" userId="5b2da16fa1785921" providerId="LiveId" clId="{48082228-C27F-4E20-9B05-69EFA333094A}" dt="2025-06-10T17:37:33.923" v="12664" actId="164"/>
          <ac:cxnSpMkLst>
            <pc:docMk/>
            <pc:sldMk cId="797206707" sldId="4742"/>
            <ac:cxnSpMk id="10" creationId="{99EDA675-57D3-32E0-5D74-9C56A772E25D}"/>
          </ac:cxnSpMkLst>
        </pc:cxnChg>
        <pc:cxnChg chg="add mod">
          <ac:chgData name="Noritsuna Imamura" userId="5b2da16fa1785921" providerId="LiveId" clId="{48082228-C27F-4E20-9B05-69EFA333094A}" dt="2025-06-10T17:37:33.923" v="12664" actId="164"/>
          <ac:cxnSpMkLst>
            <pc:docMk/>
            <pc:sldMk cId="797206707" sldId="4742"/>
            <ac:cxnSpMk id="15" creationId="{9E689F42-4431-D6AE-6D47-35A4AD798B2F}"/>
          </ac:cxnSpMkLst>
        </pc:cxnChg>
        <pc:cxnChg chg="add mod">
          <ac:chgData name="Noritsuna Imamura" userId="5b2da16fa1785921" providerId="LiveId" clId="{48082228-C27F-4E20-9B05-69EFA333094A}" dt="2025-06-10T17:37:29.807" v="12663"/>
          <ac:cxnSpMkLst>
            <pc:docMk/>
            <pc:sldMk cId="797206707" sldId="4742"/>
            <ac:cxnSpMk id="16" creationId="{9990E6A9-FDA7-87D4-70D1-C4C632D6A7AE}"/>
          </ac:cxnSpMkLst>
        </pc:cxnChg>
      </pc:sldChg>
      <pc:sldChg chg="modSp new mod">
        <pc:chgData name="Noritsuna Imamura" userId="5b2da16fa1785921" providerId="LiveId" clId="{48082228-C27F-4E20-9B05-69EFA333094A}" dt="2025-06-11T11:10:44.338" v="15540" actId="113"/>
        <pc:sldMkLst>
          <pc:docMk/>
          <pc:sldMk cId="509783487" sldId="4743"/>
        </pc:sldMkLst>
        <pc:spChg chg="mod">
          <ac:chgData name="Noritsuna Imamura" userId="5b2da16fa1785921" providerId="LiveId" clId="{48082228-C27F-4E20-9B05-69EFA333094A}" dt="2025-06-10T19:03:17.081" v="14307" actId="20577"/>
          <ac:spMkLst>
            <pc:docMk/>
            <pc:sldMk cId="509783487" sldId="4743"/>
            <ac:spMk id="2" creationId="{3243ADC2-ABF9-1B9D-5D32-E30E546BA6A4}"/>
          </ac:spMkLst>
        </pc:spChg>
        <pc:spChg chg="mod">
          <ac:chgData name="Noritsuna Imamura" userId="5b2da16fa1785921" providerId="LiveId" clId="{48082228-C27F-4E20-9B05-69EFA333094A}" dt="2025-06-11T11:10:44.338" v="15540" actId="113"/>
          <ac:spMkLst>
            <pc:docMk/>
            <pc:sldMk cId="509783487" sldId="4743"/>
            <ac:spMk id="3" creationId="{419332CD-26A8-A483-E6D9-C3D4BFACC7A0}"/>
          </ac:spMkLst>
        </pc:spChg>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pChg chg="mod">
          <ac:chgData name="Noritsuna Imamura" userId="5b2da16fa1785921" providerId="LiveId" clId="{48082228-C27F-4E20-9B05-69EFA333094A}" dt="2025-06-10T18:10:35.264" v="13094" actId="14100"/>
          <ac:spMkLst>
            <pc:docMk/>
            <pc:sldMk cId="2272395859" sldId="4745"/>
            <ac:spMk id="2" creationId="{C8A5E163-71E5-4EB1-A190-3DDCDD5F1469}"/>
          </ac:spMkLst>
        </pc:spChg>
        <pc:spChg chg="mod">
          <ac:chgData name="Noritsuna Imamura" userId="5b2da16fa1785921" providerId="LiveId" clId="{48082228-C27F-4E20-9B05-69EFA333094A}" dt="2025-06-10T18:11:24.547" v="13197" actId="14100"/>
          <ac:spMkLst>
            <pc:docMk/>
            <pc:sldMk cId="2272395859" sldId="4745"/>
            <ac:spMk id="3" creationId="{0480F422-492A-1AAC-4739-3AD563635EA9}"/>
          </ac:spMkLst>
        </pc:spChg>
        <pc:spChg chg="add mod">
          <ac:chgData name="Noritsuna Imamura" userId="5b2da16fa1785921" providerId="LiveId" clId="{48082228-C27F-4E20-9B05-69EFA333094A}" dt="2025-06-10T18:13:05.308" v="13255" actId="1076"/>
          <ac:spMkLst>
            <pc:docMk/>
            <pc:sldMk cId="2272395859" sldId="4745"/>
            <ac:spMk id="6" creationId="{4E9BB37B-BE93-DCD5-F1D3-85C27DFA3A58}"/>
          </ac:spMkLst>
        </pc:spChg>
        <pc:spChg chg="add">
          <ac:chgData name="Noritsuna Imamura" userId="5b2da16fa1785921" providerId="LiveId" clId="{48082228-C27F-4E20-9B05-69EFA333094A}" dt="2025-06-10T18:10:28.866" v="13092" actId="26606"/>
          <ac:spMkLst>
            <pc:docMk/>
            <pc:sldMk cId="2272395859" sldId="4745"/>
            <ac:spMk id="10" creationId="{47942995-B07F-4636-9A06-C6A104B260A8}"/>
          </ac:spMkLst>
        </pc:spChg>
        <pc:spChg chg="add">
          <ac:chgData name="Noritsuna Imamura" userId="5b2da16fa1785921" providerId="LiveId" clId="{48082228-C27F-4E20-9B05-69EFA333094A}" dt="2025-06-10T18:10:28.866" v="13092" actId="26606"/>
          <ac:spMkLst>
            <pc:docMk/>
            <pc:sldMk cId="2272395859" sldId="4745"/>
            <ac:spMk id="17" creationId="{B81933D1-5615-42C7-9C0B-4EB7105CCE2D}"/>
          </ac:spMkLst>
        </pc:spChg>
        <pc:spChg chg="add">
          <ac:chgData name="Noritsuna Imamura" userId="5b2da16fa1785921" providerId="LiveId" clId="{48082228-C27F-4E20-9B05-69EFA333094A}" dt="2025-06-10T18:10:28.866" v="13092" actId="26606"/>
          <ac:spMkLst>
            <pc:docMk/>
            <pc:sldMk cId="2272395859" sldId="4745"/>
            <ac:spMk id="19" creationId="{19C9EAEA-39D0-4B0E-A0EB-51E7B26740B1}"/>
          </ac:spMkLst>
        </pc:spChg>
        <pc:grpChg chg="add">
          <ac:chgData name="Noritsuna Imamura" userId="5b2da16fa1785921" providerId="LiveId" clId="{48082228-C27F-4E20-9B05-69EFA333094A}" dt="2025-06-10T18:10:28.866" v="13092" actId="26606"/>
          <ac:grpSpMkLst>
            <pc:docMk/>
            <pc:sldMk cId="2272395859" sldId="4745"/>
            <ac:grpSpMk id="12" creationId="{032D8612-31EB-44CF-A1D0-14FD4C705424}"/>
          </ac:grpSpMkLst>
        </pc:grpChg>
        <pc:picChg chg="add mod">
          <ac:chgData name="Noritsuna Imamura" userId="5b2da16fa1785921" providerId="LiveId" clId="{48082228-C27F-4E20-9B05-69EFA333094A}" dt="2025-06-10T18:10:28.866" v="13092" actId="26606"/>
          <ac:picMkLst>
            <pc:docMk/>
            <pc:sldMk cId="2272395859" sldId="4745"/>
            <ac:picMk id="5" creationId="{76EB0AF2-7EB3-9268-8583-B7DF97C2D76A}"/>
          </ac:picMkLst>
        </pc:picChg>
      </pc:sldChg>
      <pc:sldChg chg="addSp modSp new mod setBg">
        <pc:chgData name="Noritsuna Imamura" userId="5b2da16fa1785921" providerId="LiveId" clId="{48082228-C27F-4E20-9B05-69EFA333094A}" dt="2025-06-11T00:15:02.505" v="14534" actId="20577"/>
        <pc:sldMkLst>
          <pc:docMk/>
          <pc:sldMk cId="3925747537" sldId="4746"/>
        </pc:sldMkLst>
        <pc:spChg chg="mod">
          <ac:chgData name="Noritsuna Imamura" userId="5b2da16fa1785921" providerId="LiveId" clId="{48082228-C27F-4E20-9B05-69EFA333094A}" dt="2025-06-10T18:56:11.658" v="14264" actId="20577"/>
          <ac:spMkLst>
            <pc:docMk/>
            <pc:sldMk cId="3925747537" sldId="4746"/>
            <ac:spMk id="2" creationId="{EB058107-064A-8B0D-1EC9-C1CAB207D1E3}"/>
          </ac:spMkLst>
        </pc:spChg>
        <pc:spChg chg="mod">
          <ac:chgData name="Noritsuna Imamura" userId="5b2da16fa1785921" providerId="LiveId" clId="{48082228-C27F-4E20-9B05-69EFA333094A}" dt="2025-06-11T00:15:02.505" v="14534" actId="20577"/>
          <ac:spMkLst>
            <pc:docMk/>
            <pc:sldMk cId="3925747537" sldId="4746"/>
            <ac:spMk id="3" creationId="{1A633F7D-65A3-7C25-A6F7-816E7F00CC27}"/>
          </ac:spMkLst>
        </pc:spChg>
        <pc:spChg chg="add">
          <ac:chgData name="Noritsuna Imamura" userId="5b2da16fa1785921" providerId="LiveId" clId="{48082228-C27F-4E20-9B05-69EFA333094A}" dt="2025-06-10T18:56:02.278" v="14250" actId="26606"/>
          <ac:spMkLst>
            <pc:docMk/>
            <pc:sldMk cId="3925747537" sldId="4746"/>
            <ac:spMk id="8" creationId="{DBF61EA3-B236-439E-9C0B-340980D56BEE}"/>
          </ac:spMkLst>
        </pc:spChg>
        <pc:spChg chg="add">
          <ac:chgData name="Noritsuna Imamura" userId="5b2da16fa1785921" providerId="LiveId" clId="{48082228-C27F-4E20-9B05-69EFA333094A}" dt="2025-06-10T18:56:02.278" v="14250" actId="26606"/>
          <ac:spMkLst>
            <pc:docMk/>
            <pc:sldMk cId="3925747537" sldId="4746"/>
            <ac:spMk id="14" creationId="{E659831F-0D9A-4C63-9EBB-8435B85A440F}"/>
          </ac:spMkLst>
        </pc:spChg>
        <pc:grpChg chg="add">
          <ac:chgData name="Noritsuna Imamura" userId="5b2da16fa1785921" providerId="LiveId" clId="{48082228-C27F-4E20-9B05-69EFA333094A}" dt="2025-06-10T18:56:02.278" v="14250" actId="26606"/>
          <ac:grpSpMkLst>
            <pc:docMk/>
            <pc:sldMk cId="3925747537" sldId="4746"/>
            <ac:grpSpMk id="10" creationId="{28FAF094-D087-493F-8DF9-A486C2D6BBAA}"/>
          </ac:grpSpMkLst>
        </pc:grpChg>
      </pc:sldChg>
      <pc:sldChg chg="modSp new mod">
        <pc:chgData name="Noritsuna Imamura" userId="5b2da16fa1785921" providerId="LiveId" clId="{48082228-C27F-4E20-9B05-69EFA333094A}" dt="2025-06-10T19:35:49.098" v="14515" actId="20577"/>
        <pc:sldMkLst>
          <pc:docMk/>
          <pc:sldMk cId="1127406373" sldId="4747"/>
        </pc:sldMkLst>
        <pc:spChg chg="mod">
          <ac:chgData name="Noritsuna Imamura" userId="5b2da16fa1785921" providerId="LiveId" clId="{48082228-C27F-4E20-9B05-69EFA333094A}" dt="2025-06-10T19:07:05.990" v="14344" actId="20577"/>
          <ac:spMkLst>
            <pc:docMk/>
            <pc:sldMk cId="1127406373" sldId="4747"/>
            <ac:spMk id="2" creationId="{31B85C4B-D8B9-65E8-A3DC-DE39F9BE6996}"/>
          </ac:spMkLst>
        </pc:spChg>
        <pc:spChg chg="mod">
          <ac:chgData name="Noritsuna Imamura" userId="5b2da16fa1785921" providerId="LiveId" clId="{48082228-C27F-4E20-9B05-69EFA333094A}" dt="2025-06-10T19:35:49.098" v="14515" actId="20577"/>
          <ac:spMkLst>
            <pc:docMk/>
            <pc:sldMk cId="1127406373" sldId="4747"/>
            <ac:spMk id="3" creationId="{9728DFAC-AD1B-F775-1DBF-737BAE9C7D4C}"/>
          </ac:spMkLst>
        </pc:spChg>
      </pc:sldChg>
      <pc:sldChg chg="addSp delSp modSp new mod">
        <pc:chgData name="Noritsuna Imamura" userId="5b2da16fa1785921" providerId="LiveId" clId="{48082228-C27F-4E20-9B05-69EFA333094A}" dt="2025-06-10T19:21:13.905" v="14472" actId="15"/>
        <pc:sldMkLst>
          <pc:docMk/>
          <pc:sldMk cId="3072921204" sldId="4748"/>
        </pc:sldMkLst>
        <pc:spChg chg="mod">
          <ac:chgData name="Noritsuna Imamura" userId="5b2da16fa1785921" providerId="LiveId" clId="{48082228-C27F-4E20-9B05-69EFA333094A}" dt="2025-06-10T19:18:27.321" v="14464" actId="20577"/>
          <ac:spMkLst>
            <pc:docMk/>
            <pc:sldMk cId="3072921204" sldId="4748"/>
            <ac:spMk id="2" creationId="{4473AF30-C110-F15F-0ACC-5004D46594FE}"/>
          </ac:spMkLst>
        </pc:spChg>
        <pc:spChg chg="add mod">
          <ac:chgData name="Noritsuna Imamura" userId="5b2da16fa1785921" providerId="LiveId" clId="{48082228-C27F-4E20-9B05-69EFA333094A}" dt="2025-06-10T19:21:13.905" v="14472" actId="15"/>
          <ac:spMkLst>
            <pc:docMk/>
            <pc:sldMk cId="3072921204" sldId="4748"/>
            <ac:spMk id="4" creationId="{3DB7F407-0A7A-1816-27AE-FF79DE7AD842}"/>
          </ac:spMkLst>
        </pc:spChg>
      </pc:sldChg>
      <pc:sldChg chg="addSp delSp modSp new mod setBg">
        <pc:chgData name="Noritsuna Imamura" userId="5b2da16fa1785921" providerId="LiveId" clId="{48082228-C27F-4E20-9B05-69EFA333094A}" dt="2025-06-11T09:33:00.032" v="14665" actId="404"/>
        <pc:sldMkLst>
          <pc:docMk/>
          <pc:sldMk cId="3979777593" sldId="4752"/>
        </pc:sldMkLst>
        <pc:spChg chg="mod">
          <ac:chgData name="Noritsuna Imamura" userId="5b2da16fa1785921" providerId="LiveId" clId="{48082228-C27F-4E20-9B05-69EFA333094A}" dt="2025-06-11T09:30:11.736" v="14649" actId="26606"/>
          <ac:spMkLst>
            <pc:docMk/>
            <pc:sldMk cId="3979777593" sldId="4752"/>
            <ac:spMk id="2" creationId="{744A221B-7E0C-F604-EACC-434820EE3B9C}"/>
          </ac:spMkLst>
        </pc:spChg>
        <pc:spChg chg="add mod">
          <ac:chgData name="Noritsuna Imamura" userId="5b2da16fa1785921" providerId="LiveId" clId="{48082228-C27F-4E20-9B05-69EFA333094A}" dt="2025-06-11T09:33:00.032" v="14665" actId="404"/>
          <ac:spMkLst>
            <pc:docMk/>
            <pc:sldMk cId="3979777593" sldId="4752"/>
            <ac:spMk id="6" creationId="{2E338420-9C47-C63F-5A32-048A30D84926}"/>
          </ac:spMkLst>
        </pc:spChg>
        <pc:spChg chg="add">
          <ac:chgData name="Noritsuna Imamura" userId="5b2da16fa1785921" providerId="LiveId" clId="{48082228-C27F-4E20-9B05-69EFA333094A}" dt="2025-06-11T09:30:11.736" v="14649" actId="26606"/>
          <ac:spMkLst>
            <pc:docMk/>
            <pc:sldMk cId="3979777593" sldId="4752"/>
            <ac:spMk id="10" creationId="{A4AC5506-6312-4701-8D3C-40187889A947}"/>
          </ac:spMkLst>
        </pc:spChg>
        <pc:picChg chg="add mod ord">
          <ac:chgData name="Noritsuna Imamura" userId="5b2da16fa1785921" providerId="LiveId" clId="{48082228-C27F-4E20-9B05-69EFA333094A}" dt="2025-06-11T09:30:11.736" v="14649" actId="26606"/>
          <ac:picMkLst>
            <pc:docMk/>
            <pc:sldMk cId="3979777593" sldId="4752"/>
            <ac:picMk id="5" creationId="{8B4EB993-5B5A-5356-89C7-D561FA0CB679}"/>
          </ac:picMkLst>
        </pc:picChg>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pChg chg="mod">
          <ac:chgData name="Noritsuna Imamura" userId="5b2da16fa1785921" providerId="LiveId" clId="{48082228-C27F-4E20-9B05-69EFA333094A}" dt="2025-06-11T11:50:37.140" v="16212" actId="14100"/>
          <ac:spMkLst>
            <pc:docMk/>
            <pc:sldMk cId="2235714650" sldId="4757"/>
            <ac:spMk id="2" creationId="{2B8A9216-4314-7FFC-D0D7-F3793662D9CA}"/>
          </ac:spMkLst>
        </pc:spChg>
        <pc:spChg chg="mod">
          <ac:chgData name="Noritsuna Imamura" userId="5b2da16fa1785921" providerId="LiveId" clId="{48082228-C27F-4E20-9B05-69EFA333094A}" dt="2025-06-11T14:03:28.260" v="16264" actId="20577"/>
          <ac:spMkLst>
            <pc:docMk/>
            <pc:sldMk cId="2235714650" sldId="4757"/>
            <ac:spMk id="3" creationId="{34BBC59F-9CFC-D351-1974-1108EE8DEFD4}"/>
          </ac:spMkLst>
        </pc:spChg>
        <pc:spChg chg="add">
          <ac:chgData name="Noritsuna Imamura" userId="5b2da16fa1785921" providerId="LiveId" clId="{48082228-C27F-4E20-9B05-69EFA333094A}" dt="2025-06-11T11:50:14.809" v="16210" actId="26606"/>
          <ac:spMkLst>
            <pc:docMk/>
            <pc:sldMk cId="2235714650" sldId="4757"/>
            <ac:spMk id="23" creationId="{DBC6133C-0615-4CE4-9132-37E609A9BDFA}"/>
          </ac:spMkLst>
        </pc:spChg>
        <pc:spChg chg="add">
          <ac:chgData name="Noritsuna Imamura" userId="5b2da16fa1785921" providerId="LiveId" clId="{48082228-C27F-4E20-9B05-69EFA333094A}" dt="2025-06-11T11:50:14.809" v="16210" actId="26606"/>
          <ac:spMkLst>
            <pc:docMk/>
            <pc:sldMk cId="2235714650" sldId="4757"/>
            <ac:spMk id="27" creationId="{55222F96-971A-4F90-B841-6BAB416C7AC1}"/>
          </ac:spMkLst>
        </pc:spChg>
        <pc:spChg chg="add">
          <ac:chgData name="Noritsuna Imamura" userId="5b2da16fa1785921" providerId="LiveId" clId="{48082228-C27F-4E20-9B05-69EFA333094A}" dt="2025-06-11T11:50:14.809" v="16210" actId="26606"/>
          <ac:spMkLst>
            <pc:docMk/>
            <pc:sldMk cId="2235714650" sldId="4757"/>
            <ac:spMk id="29" creationId="{08980754-6F4B-43C9-B9BE-127B6BED6586}"/>
          </ac:spMkLst>
        </pc:spChg>
        <pc:spChg chg="add">
          <ac:chgData name="Noritsuna Imamura" userId="5b2da16fa1785921" providerId="LiveId" clId="{48082228-C27F-4E20-9B05-69EFA333094A}" dt="2025-06-11T11:50:14.809" v="16210" actId="26606"/>
          <ac:spMkLst>
            <pc:docMk/>
            <pc:sldMk cId="2235714650" sldId="4757"/>
            <ac:spMk id="31" creationId="{2C1BBA94-3F40-40AA-8BB9-E69E25E537C1}"/>
          </ac:spMkLst>
        </pc:spChg>
        <pc:picChg chg="add mod">
          <ac:chgData name="Noritsuna Imamura" userId="5b2da16fa1785921" providerId="LiveId" clId="{48082228-C27F-4E20-9B05-69EFA333094A}" dt="2025-06-11T11:46:57.354" v="15974" actId="1076"/>
          <ac:picMkLst>
            <pc:docMk/>
            <pc:sldMk cId="2235714650" sldId="4757"/>
            <ac:picMk id="7" creationId="{14A3F81B-409E-EE0E-1172-7193DB048BDC}"/>
          </ac:picMkLst>
        </pc:picChg>
      </pc:sldChg>
      <pc:sldChg chg="addSp delSp modSp add mod">
        <pc:chgData name="Noritsuna Imamura" userId="5b2da16fa1785921" providerId="LiveId" clId="{48082228-C27F-4E20-9B05-69EFA333094A}" dt="2025-06-11T11:31:37.156" v="15945" actId="14100"/>
        <pc:sldMkLst>
          <pc:docMk/>
          <pc:sldMk cId="1831300070" sldId="4758"/>
        </pc:sldMkLst>
        <pc:spChg chg="mod">
          <ac:chgData name="Noritsuna Imamura" userId="5b2da16fa1785921" providerId="LiveId" clId="{48082228-C27F-4E20-9B05-69EFA333094A}" dt="2025-06-11T11:31:17.539" v="15942" actId="26606"/>
          <ac:spMkLst>
            <pc:docMk/>
            <pc:sldMk cId="1831300070" sldId="4758"/>
            <ac:spMk id="2" creationId="{0125EB3B-5CBC-C18B-9019-FB6B21FFFBC1}"/>
          </ac:spMkLst>
        </pc:spChg>
        <pc:spChg chg="mod">
          <ac:chgData name="Noritsuna Imamura" userId="5b2da16fa1785921" providerId="LiveId" clId="{48082228-C27F-4E20-9B05-69EFA333094A}" dt="2025-06-11T11:31:37.156" v="15945" actId="14100"/>
          <ac:spMkLst>
            <pc:docMk/>
            <pc:sldMk cId="1831300070" sldId="4758"/>
            <ac:spMk id="3" creationId="{6D2763AD-CC10-D697-FBAD-402B4976B4FC}"/>
          </ac:spMkLst>
        </pc:spChg>
        <pc:spChg chg="mod">
          <ac:chgData name="Noritsuna Imamura" userId="5b2da16fa1785921" providerId="LiveId" clId="{48082228-C27F-4E20-9B05-69EFA333094A}" dt="2025-06-11T11:31:30.774" v="15944"/>
          <ac:spMkLst>
            <pc:docMk/>
            <pc:sldMk cId="1831300070" sldId="4758"/>
            <ac:spMk id="6" creationId="{622DB720-8B5F-1892-D7BD-68E175A5F8D4}"/>
          </ac:spMkLst>
        </pc:spChg>
        <pc:spChg chg="mod">
          <ac:chgData name="Noritsuna Imamura" userId="5b2da16fa1785921" providerId="LiveId" clId="{48082228-C27F-4E20-9B05-69EFA333094A}" dt="2025-06-11T11:31:30.774" v="15944"/>
          <ac:spMkLst>
            <pc:docMk/>
            <pc:sldMk cId="1831300070" sldId="4758"/>
            <ac:spMk id="7" creationId="{49085881-EE8A-31B7-96D1-4380ADD5F6AC}"/>
          </ac:spMkLst>
        </pc:spChg>
        <pc:spChg chg="mod">
          <ac:chgData name="Noritsuna Imamura" userId="5b2da16fa1785921" providerId="LiveId" clId="{48082228-C27F-4E20-9B05-69EFA333094A}" dt="2025-06-11T11:31:30.774" v="15944"/>
          <ac:spMkLst>
            <pc:docMk/>
            <pc:sldMk cId="1831300070" sldId="4758"/>
            <ac:spMk id="8" creationId="{606EFC29-7CE5-45A8-E5BA-78E052B7D5C5}"/>
          </ac:spMkLst>
        </pc:spChg>
        <pc:spChg chg="mod">
          <ac:chgData name="Noritsuna Imamura" userId="5b2da16fa1785921" providerId="LiveId" clId="{48082228-C27F-4E20-9B05-69EFA333094A}" dt="2025-06-11T11:31:30.774" v="15944"/>
          <ac:spMkLst>
            <pc:docMk/>
            <pc:sldMk cId="1831300070" sldId="4758"/>
            <ac:spMk id="9" creationId="{D724E505-8FDE-720F-55A0-783C21676E77}"/>
          </ac:spMkLst>
        </pc:spChg>
        <pc:spChg chg="mod">
          <ac:chgData name="Noritsuna Imamura" userId="5b2da16fa1785921" providerId="LiveId" clId="{48082228-C27F-4E20-9B05-69EFA333094A}" dt="2025-06-11T11:31:30.774" v="15944"/>
          <ac:spMkLst>
            <pc:docMk/>
            <pc:sldMk cId="1831300070" sldId="4758"/>
            <ac:spMk id="10" creationId="{D44ECCFB-76C3-EA02-1019-705DDD6F5FC8}"/>
          </ac:spMkLst>
        </pc:spChg>
        <pc:spChg chg="mod">
          <ac:chgData name="Noritsuna Imamura" userId="5b2da16fa1785921" providerId="LiveId" clId="{48082228-C27F-4E20-9B05-69EFA333094A}" dt="2025-06-11T11:31:30.774" v="15944"/>
          <ac:spMkLst>
            <pc:docMk/>
            <pc:sldMk cId="1831300070" sldId="4758"/>
            <ac:spMk id="11" creationId="{4684B5BD-3FDB-60E3-524A-EEFD86B281EF}"/>
          </ac:spMkLst>
        </pc:spChg>
        <pc:spChg chg="add">
          <ac:chgData name="Noritsuna Imamura" userId="5b2da16fa1785921" providerId="LiveId" clId="{48082228-C27F-4E20-9B05-69EFA333094A}" dt="2025-06-11T11:31:17.539" v="15942" actId="26606"/>
          <ac:spMkLst>
            <pc:docMk/>
            <pc:sldMk cId="1831300070" sldId="4758"/>
            <ac:spMk id="31" creationId="{DBC6133C-0615-4CE4-9132-37E609A9BDFA}"/>
          </ac:spMkLst>
        </pc:spChg>
        <pc:spChg chg="add">
          <ac:chgData name="Noritsuna Imamura" userId="5b2da16fa1785921" providerId="LiveId" clId="{48082228-C27F-4E20-9B05-69EFA333094A}" dt="2025-06-11T11:31:17.539" v="15942" actId="26606"/>
          <ac:spMkLst>
            <pc:docMk/>
            <pc:sldMk cId="1831300070" sldId="4758"/>
            <ac:spMk id="33" creationId="{169CC832-2974-4E8D-90ED-3E2941BA7336}"/>
          </ac:spMkLst>
        </pc:spChg>
        <pc:spChg chg="add">
          <ac:chgData name="Noritsuna Imamura" userId="5b2da16fa1785921" providerId="LiveId" clId="{48082228-C27F-4E20-9B05-69EFA333094A}" dt="2025-06-11T11:31:17.539" v="15942" actId="26606"/>
          <ac:spMkLst>
            <pc:docMk/>
            <pc:sldMk cId="1831300070" sldId="4758"/>
            <ac:spMk id="35" creationId="{55222F96-971A-4F90-B841-6BAB416C7AC1}"/>
          </ac:spMkLst>
        </pc:spChg>
        <pc:spChg chg="add">
          <ac:chgData name="Noritsuna Imamura" userId="5b2da16fa1785921" providerId="LiveId" clId="{48082228-C27F-4E20-9B05-69EFA333094A}" dt="2025-06-11T11:31:17.539" v="15942" actId="26606"/>
          <ac:spMkLst>
            <pc:docMk/>
            <pc:sldMk cId="1831300070" sldId="4758"/>
            <ac:spMk id="37" creationId="{08980754-6F4B-43C9-B9BE-127B6BED6586}"/>
          </ac:spMkLst>
        </pc:spChg>
        <pc:grpChg chg="add mod">
          <ac:chgData name="Noritsuna Imamura" userId="5b2da16fa1785921" providerId="LiveId" clId="{48082228-C27F-4E20-9B05-69EFA333094A}" dt="2025-06-11T11:31:30.774" v="15944"/>
          <ac:grpSpMkLst>
            <pc:docMk/>
            <pc:sldMk cId="1831300070" sldId="4758"/>
            <ac:grpSpMk id="4" creationId="{E6B0181D-6D99-EF73-20D4-696A76367323}"/>
          </ac:grpSpMkLst>
        </pc:grpChg>
        <pc:picChg chg="mod">
          <ac:chgData name="Noritsuna Imamura" userId="5b2da16fa1785921" providerId="LiveId" clId="{48082228-C27F-4E20-9B05-69EFA333094A}" dt="2025-06-11T11:31:30.774" v="15944"/>
          <ac:picMkLst>
            <pc:docMk/>
            <pc:sldMk cId="1831300070" sldId="4758"/>
            <ac:picMk id="5" creationId="{531575A8-0AF9-ACE8-ADCE-390DB3D21631}"/>
          </ac:picMkLst>
        </pc:picChg>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pChg chg="mod">
          <ac:chgData name="Noritsuna Imamura" userId="5b2da16fa1785921" providerId="LiveId" clId="{480CA16D-A3F7-F343-827E-6B051D2DA603}" dt="2025-05-15T06:15:07.476" v="1463" actId="20577"/>
          <ac:spMkLst>
            <pc:docMk/>
            <pc:sldMk cId="703410751" sldId="4575"/>
            <ac:spMk id="2" creationId="{EC570266-F5A9-AEFD-C63D-7C9E35B7B5A2}"/>
          </ac:spMkLst>
        </pc:spChg>
        <pc:spChg chg="mod">
          <ac:chgData name="Noritsuna Imamura" userId="5b2da16fa1785921" providerId="LiveId" clId="{480CA16D-A3F7-F343-827E-6B051D2DA603}" dt="2025-05-15T06:15:34.647" v="1498" actId="15"/>
          <ac:spMkLst>
            <pc:docMk/>
            <pc:sldMk cId="703410751" sldId="4575"/>
            <ac:spMk id="3" creationId="{BCBD60B4-9F8C-90F5-96FA-668DAD8F657E}"/>
          </ac:spMkLst>
        </pc:spChg>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pChg chg="mod">
          <ac:chgData name="Noritsuna Imamura" userId="5b2da16fa1785921" providerId="LiveId" clId="{05BFE693-9741-4D2B-BBBE-62EC704FD825}" dt="2025-05-31T10:15:35.319" v="449" actId="20577"/>
          <ac:spMkLst>
            <pc:docMk/>
            <pc:sldMk cId="3124218796" sldId="4579"/>
            <ac:spMk id="2" creationId="{CA604EB9-5A71-B971-4868-6BEB583BFAD0}"/>
          </ac:spMkLst>
        </pc:spChg>
        <pc:spChg chg="mod">
          <ac:chgData name="Noritsuna Imamura" userId="5b2da16fa1785921" providerId="LiveId" clId="{05BFE693-9741-4D2B-BBBE-62EC704FD825}" dt="2025-05-31T10:18:22.055" v="688" actId="20577"/>
          <ac:spMkLst>
            <pc:docMk/>
            <pc:sldMk cId="3124218796" sldId="4579"/>
            <ac:spMk id="3" creationId="{588FC0CE-6050-00F0-D6E1-9AC539C8D804}"/>
          </ac:spMkLst>
        </pc:spChg>
        <pc:spChg chg="add mod">
          <ac:chgData name="Noritsuna Imamura" userId="5b2da16fa1785921" providerId="LiveId" clId="{05BFE693-9741-4D2B-BBBE-62EC704FD825}" dt="2025-05-31T10:20:39.393" v="699" actId="1076"/>
          <ac:spMkLst>
            <pc:docMk/>
            <pc:sldMk cId="3124218796" sldId="4579"/>
            <ac:spMk id="6" creationId="{41B6D545-54C1-3E3B-CFBC-9A710C93D632}"/>
          </ac:spMkLst>
        </pc:spChg>
        <pc:picChg chg="add mod modCrop">
          <ac:chgData name="Noritsuna Imamura" userId="5b2da16fa1785921" providerId="LiveId" clId="{05BFE693-9741-4D2B-BBBE-62EC704FD825}" dt="2025-05-31T10:13:56.529" v="391" actId="14100"/>
          <ac:picMkLst>
            <pc:docMk/>
            <pc:sldMk cId="3124218796" sldId="4579"/>
            <ac:picMk id="5" creationId="{4F663810-91F0-86E3-582A-B6D864099AC4}"/>
          </ac:picMkLst>
        </pc:picChg>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pChg chg="mod">
          <ac:chgData name="Noritsuna Imamura" userId="5b2da16fa1785921" providerId="LiveId" clId="{05BFE693-9741-4D2B-BBBE-62EC704FD825}" dt="2025-06-03T13:14:11.397" v="854" actId="15"/>
          <ac:spMkLst>
            <pc:docMk/>
            <pc:sldMk cId="2561869538" sldId="4581"/>
            <ac:spMk id="3" creationId="{84C314F9-B054-FCCB-6970-947BB060E5BE}"/>
          </ac:spMkLst>
        </pc:spChg>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pChg chg="mod">
          <ac:chgData name="Noritsuna Imamura" userId="5b2da16fa1785921" providerId="LiveId" clId="{05BFE693-9741-4D2B-BBBE-62EC704FD825}" dt="2025-05-31T10:05:44.674" v="47" actId="20577"/>
          <ac:spMkLst>
            <pc:docMk/>
            <pc:sldMk cId="1482986764" sldId="4583"/>
            <ac:spMk id="2" creationId="{086BE85D-C720-5165-CB32-991D985F1AD1}"/>
          </ac:spMkLst>
        </pc:spChg>
        <pc:spChg chg="mod">
          <ac:chgData name="Noritsuna Imamura" userId="5b2da16fa1785921" providerId="LiveId" clId="{05BFE693-9741-4D2B-BBBE-62EC704FD825}" dt="2025-05-31T10:05:48.800" v="52" actId="20577"/>
          <ac:spMkLst>
            <pc:docMk/>
            <pc:sldMk cId="1482986764" sldId="4583"/>
            <ac:spMk id="3" creationId="{6638A375-9A48-5DDC-DF58-4DACE3521B0F}"/>
          </ac:spMkLst>
        </pc:spChg>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pChg chg="add del mod">
          <ac:chgData name="Noritsuna Imamura" userId="5b2da16fa1785921" providerId="LiveId" clId="{05BFE693-9741-4D2B-BBBE-62EC704FD825}" dt="2025-05-31T10:09:02.739" v="278" actId="26606"/>
          <ac:spMkLst>
            <pc:docMk/>
            <pc:sldMk cId="2061892736" sldId="4585"/>
            <ac:spMk id="2" creationId="{734F36D0-AA73-294F-A4FD-D06EDE7FC385}"/>
          </ac:spMkLst>
        </pc:spChg>
        <pc:spChg chg="add">
          <ac:chgData name="Noritsuna Imamura" userId="5b2da16fa1785921" providerId="LiveId" clId="{05BFE693-9741-4D2B-BBBE-62EC704FD825}" dt="2025-05-31T10:09:02.739" v="278" actId="26606"/>
          <ac:spMkLst>
            <pc:docMk/>
            <pc:sldMk cId="2061892736" sldId="4585"/>
            <ac:spMk id="7" creationId="{9095C1F4-AE7F-44E4-8693-40D3D6831140}"/>
          </ac:spMkLst>
        </pc:spChg>
        <pc:spChg chg="add">
          <ac:chgData name="Noritsuna Imamura" userId="5b2da16fa1785921" providerId="LiveId" clId="{05BFE693-9741-4D2B-BBBE-62EC704FD825}" dt="2025-05-31T10:09:02.739" v="278" actId="26606"/>
          <ac:spMkLst>
            <pc:docMk/>
            <pc:sldMk cId="2061892736" sldId="4585"/>
            <ac:spMk id="13" creationId="{871AEA07-1E14-44B4-8E55-64EF049CD66F}"/>
          </ac:spMkLst>
        </pc:spChg>
        <pc:grpChg chg="add">
          <ac:chgData name="Noritsuna Imamura" userId="5b2da16fa1785921" providerId="LiveId" clId="{05BFE693-9741-4D2B-BBBE-62EC704FD825}" dt="2025-05-31T10:09:02.739" v="278" actId="26606"/>
          <ac:grpSpMkLst>
            <pc:docMk/>
            <pc:sldMk cId="2061892736" sldId="4585"/>
            <ac:grpSpMk id="9" creationId="{8734DDD3-F723-4DD3-8ABE-EC0B2AC87D74}"/>
          </ac:grpSpMkLst>
        </pc:grpChg>
      </pc:sldChg>
      <pc:sldChg chg="modSp new mod">
        <pc:chgData name="Noritsuna Imamura" userId="5b2da16fa1785921" providerId="LiveId" clId="{05BFE693-9741-4D2B-BBBE-62EC704FD825}" dt="2025-05-31T10:06:49.548" v="221" actId="20577"/>
        <pc:sldMkLst>
          <pc:docMk/>
          <pc:sldMk cId="1161660226" sldId="4586"/>
        </pc:sldMkLst>
        <pc:spChg chg="mod">
          <ac:chgData name="Noritsuna Imamura" userId="5b2da16fa1785921" providerId="LiveId" clId="{05BFE693-9741-4D2B-BBBE-62EC704FD825}" dt="2025-05-31T10:05:58.478" v="82" actId="20577"/>
          <ac:spMkLst>
            <pc:docMk/>
            <pc:sldMk cId="1161660226" sldId="4586"/>
            <ac:spMk id="2" creationId="{B9840970-E941-A06B-156F-9C3F9DDD79CF}"/>
          </ac:spMkLst>
        </pc:spChg>
        <pc:spChg chg="mod">
          <ac:chgData name="Noritsuna Imamura" userId="5b2da16fa1785921" providerId="LiveId" clId="{05BFE693-9741-4D2B-BBBE-62EC704FD825}" dt="2025-05-31T10:06:49.548" v="221" actId="20577"/>
          <ac:spMkLst>
            <pc:docMk/>
            <pc:sldMk cId="1161660226" sldId="4586"/>
            <ac:spMk id="3" creationId="{71AB25A8-A409-F779-F8D0-3C0006C358D8}"/>
          </ac:spMkLst>
        </pc:spChg>
      </pc:sldChg>
      <pc:sldChg chg="modSp new mod">
        <pc:chgData name="Noritsuna Imamura" userId="5b2da16fa1785921" providerId="LiveId" clId="{05BFE693-9741-4D2B-BBBE-62EC704FD825}" dt="2025-05-31T10:10:15.195" v="320" actId="20577"/>
        <pc:sldMkLst>
          <pc:docMk/>
          <pc:sldMk cId="1823831979" sldId="4587"/>
        </pc:sldMkLst>
        <pc:spChg chg="mod">
          <ac:chgData name="Noritsuna Imamura" userId="5b2da16fa1785921" providerId="LiveId" clId="{05BFE693-9741-4D2B-BBBE-62EC704FD825}" dt="2025-05-31T10:10:15.195" v="320" actId="20577"/>
          <ac:spMkLst>
            <pc:docMk/>
            <pc:sldMk cId="1823831979" sldId="4587"/>
            <ac:spMk id="2" creationId="{40D8ED42-550D-B09D-9AC6-887418A0DE81}"/>
          </ac:spMkLst>
        </pc:spChg>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pChg chg="mod">
          <ac:chgData name="Noritsuna Imamura" userId="5b2da16fa1785921" providerId="LiveId" clId="{05BFE693-9741-4D2B-BBBE-62EC704FD825}" dt="2025-05-31T10:09:56.932" v="305" actId="20577"/>
          <ac:spMkLst>
            <pc:docMk/>
            <pc:sldMk cId="804645791" sldId="4589"/>
            <ac:spMk id="2" creationId="{7D6DAAAB-A3F2-0534-F6A0-5BCC5205E0FF}"/>
          </ac:spMkLst>
        </pc:spChg>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pChg chg="mod">
          <ac:chgData name="Noritsuna Imamura" userId="5b2da16fa1785921" providerId="LiveId" clId="{05BFE693-9741-4D2B-BBBE-62EC704FD825}" dt="2025-05-31T10:11:22.274" v="375" actId="20577"/>
          <ac:spMkLst>
            <pc:docMk/>
            <pc:sldMk cId="472582459" sldId="4593"/>
            <ac:spMk id="2" creationId="{8F7861D1-120C-8FF0-F677-BFA9C93040A0}"/>
          </ac:spMkLst>
        </pc:spChg>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pChg chg="mod">
          <ac:chgData name="Noritsuna Imamura" userId="5b2da16fa1785921" providerId="LiveId" clId="{05BFE693-9741-4D2B-BBBE-62EC704FD825}" dt="2025-06-03T13:14:26.511" v="881" actId="20577"/>
          <ac:spMkLst>
            <pc:docMk/>
            <pc:sldMk cId="3754308333" sldId="4595"/>
            <ac:spMk id="2" creationId="{F0D9782E-EC40-2B06-78D5-DC9216105D6E}"/>
          </ac:spMkLst>
        </pc:spChg>
        <pc:spChg chg="mod">
          <ac:chgData name="Noritsuna Imamura" userId="5b2da16fa1785921" providerId="LiveId" clId="{05BFE693-9741-4D2B-BBBE-62EC704FD825}" dt="2025-06-03T13:27:08.112" v="1212" actId="21"/>
          <ac:spMkLst>
            <pc:docMk/>
            <pc:sldMk cId="3754308333" sldId="4595"/>
            <ac:spMk id="3" creationId="{D6D3327A-1F05-7B6A-4365-19ABF7B1BC17}"/>
          </ac:spMkLst>
        </pc:spChg>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pChg chg="mod">
          <ac:chgData name="Noritsuna Imamura" userId="5b2da16fa1785921" providerId="LiveId" clId="{05BFE693-9741-4D2B-BBBE-62EC704FD825}" dt="2025-06-03T13:25:29.845" v="1034" actId="20577"/>
          <ac:spMkLst>
            <pc:docMk/>
            <pc:sldMk cId="3110502057" sldId="4597"/>
            <ac:spMk id="2" creationId="{D48C19C7-F7F2-77FE-BD4A-9F0B2F8C6BF9}"/>
          </ac:spMkLst>
        </pc:spChg>
        <pc:spChg chg="mod">
          <ac:chgData name="Noritsuna Imamura" userId="5b2da16fa1785921" providerId="LiveId" clId="{05BFE693-9741-4D2B-BBBE-62EC704FD825}" dt="2025-06-03T13:31:30.715" v="1294" actId="20577"/>
          <ac:spMkLst>
            <pc:docMk/>
            <pc:sldMk cId="3110502057" sldId="4597"/>
            <ac:spMk id="3" creationId="{EA89638F-D16C-498F-A321-DFA1B5ECD8EE}"/>
          </ac:spMkLst>
        </pc:spChg>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6-11T07:20:29.523" v="6992" actId="20577"/>
      <pc:docMkLst>
        <pc:docMk/>
      </pc:docMkLst>
      <pc:sldChg chg="modSp mod">
        <pc:chgData name="Noritsuna Imamura" userId="5b2da16fa1785921" providerId="LiveId" clId="{EB93CECE-D8B9-CA4F-99B4-05356C02CE6C}" dt="2025-05-23T03:29:10.336" v="32" actId="20577"/>
        <pc:sldMkLst>
          <pc:docMk/>
          <pc:sldMk cId="457667663" sldId="256"/>
        </pc:sldMkLst>
        <pc:spChg chg="mod">
          <ac:chgData name="Noritsuna Imamura" userId="5b2da16fa1785921" providerId="LiveId" clId="{EB93CECE-D8B9-CA4F-99B4-05356C02CE6C}" dt="2025-05-23T03:29:10.336" v="32" actId="20577"/>
          <ac:spMkLst>
            <pc:docMk/>
            <pc:sldMk cId="457667663" sldId="256"/>
            <ac:spMk id="2" creationId="{F985B9EF-5891-44BD-296C-D3F4FB4314FA}"/>
          </ac:spMkLst>
        </pc:spChg>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pChg chg="mod">
          <ac:chgData name="Noritsuna Imamura" userId="5b2da16fa1785921" providerId="LiveId" clId="{EB93CECE-D8B9-CA4F-99B4-05356C02CE6C}" dt="2025-06-06T06:48:47.799" v="2240" actId="14100"/>
          <ac:spMkLst>
            <pc:docMk/>
            <pc:sldMk cId="2561869538" sldId="4581"/>
            <ac:spMk id="2" creationId="{707B998B-80AA-2375-9414-E629C07EED45}"/>
          </ac:spMkLst>
        </pc:spChg>
        <pc:spChg chg="mod">
          <ac:chgData name="Noritsuna Imamura" userId="5b2da16fa1785921" providerId="LiveId" clId="{EB93CECE-D8B9-CA4F-99B4-05356C02CE6C}" dt="2025-06-06T06:49:02.933" v="2244" actId="14100"/>
          <ac:spMkLst>
            <pc:docMk/>
            <pc:sldMk cId="2561869538" sldId="4581"/>
            <ac:spMk id="3" creationId="{84C314F9-B054-FCCB-6970-947BB060E5BE}"/>
          </ac:spMkLst>
        </pc:spChg>
        <pc:spChg chg="add">
          <ac:chgData name="Noritsuna Imamura" userId="5b2da16fa1785921" providerId="LiveId" clId="{EB93CECE-D8B9-CA4F-99B4-05356C02CE6C}" dt="2025-06-06T06:48:34.987" v="2238" actId="26606"/>
          <ac:spMkLst>
            <pc:docMk/>
            <pc:sldMk cId="2561869538" sldId="4581"/>
            <ac:spMk id="8" creationId="{8B9AA7C6-5E5A-498E-A6DF-A943376E09BC}"/>
          </ac:spMkLst>
        </pc:spChg>
        <pc:spChg chg="add">
          <ac:chgData name="Noritsuna Imamura" userId="5b2da16fa1785921" providerId="LiveId" clId="{EB93CECE-D8B9-CA4F-99B4-05356C02CE6C}" dt="2025-06-06T06:48:34.987" v="2238" actId="26606"/>
          <ac:spMkLst>
            <pc:docMk/>
            <pc:sldMk cId="2561869538" sldId="4581"/>
            <ac:spMk id="14" creationId="{81E140AE-0ABF-47C8-BF32-7D2F0CF2BA44}"/>
          </ac:spMkLst>
        </pc:spChg>
        <pc:spChg chg="add">
          <ac:chgData name="Noritsuna Imamura" userId="5b2da16fa1785921" providerId="LiveId" clId="{EB93CECE-D8B9-CA4F-99B4-05356C02CE6C}" dt="2025-06-06T06:48:34.987" v="2238" actId="26606"/>
          <ac:spMkLst>
            <pc:docMk/>
            <pc:sldMk cId="2561869538" sldId="4581"/>
            <ac:spMk id="16" creationId="{CBC4F608-B4B8-48C3-9572-C0F061B1CD99}"/>
          </ac:spMkLst>
        </pc:spChg>
        <pc:grpChg chg="add">
          <ac:chgData name="Noritsuna Imamura" userId="5b2da16fa1785921" providerId="LiveId" clId="{EB93CECE-D8B9-CA4F-99B4-05356C02CE6C}" dt="2025-06-06T06:48:34.987" v="2238" actId="26606"/>
          <ac:grpSpMkLst>
            <pc:docMk/>
            <pc:sldMk cId="2561869538" sldId="4581"/>
            <ac:grpSpMk id="10" creationId="{83EAB11A-76F7-48F4-9B4F-5BFDF4BF9670}"/>
          </ac:grpSpMkLst>
        </pc:grpChg>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pChg chg="mod">
          <ac:chgData name="Noritsuna Imamura" userId="5b2da16fa1785921" providerId="LiveId" clId="{EB93CECE-D8B9-CA4F-99B4-05356C02CE6C}" dt="2025-06-06T07:58:11.127" v="3176" actId="26606"/>
          <ac:spMkLst>
            <pc:docMk/>
            <pc:sldMk cId="1482986764" sldId="4583"/>
            <ac:spMk id="2" creationId="{086BE85D-C720-5165-CB32-991D985F1AD1}"/>
          </ac:spMkLst>
        </pc:spChg>
        <pc:spChg chg="mod ord">
          <ac:chgData name="Noritsuna Imamura" userId="5b2da16fa1785921" providerId="LiveId" clId="{EB93CECE-D8B9-CA4F-99B4-05356C02CE6C}" dt="2025-06-06T07:58:11.127" v="3176" actId="26606"/>
          <ac:spMkLst>
            <pc:docMk/>
            <pc:sldMk cId="1482986764" sldId="4583"/>
            <ac:spMk id="3" creationId="{6638A375-9A48-5DDC-DF58-4DACE3521B0F}"/>
          </ac:spMkLst>
        </pc:spChg>
        <pc:spChg chg="add">
          <ac:chgData name="Noritsuna Imamura" userId="5b2da16fa1785921" providerId="LiveId" clId="{EB93CECE-D8B9-CA4F-99B4-05356C02CE6C}" dt="2025-06-06T07:58:11.127" v="3176" actId="26606"/>
          <ac:spMkLst>
            <pc:docMk/>
            <pc:sldMk cId="1482986764" sldId="4583"/>
            <ac:spMk id="27" creationId="{28D31E1B-0407-4223-9642-0B642CBF57D9}"/>
          </ac:spMkLst>
        </pc:spChg>
        <pc:spChg chg="add">
          <ac:chgData name="Noritsuna Imamura" userId="5b2da16fa1785921" providerId="LiveId" clId="{EB93CECE-D8B9-CA4F-99B4-05356C02CE6C}" dt="2025-06-06T07:58:11.127" v="3176" actId="26606"/>
          <ac:spMkLst>
            <pc:docMk/>
            <pc:sldMk cId="1482986764" sldId="4583"/>
            <ac:spMk id="34" creationId="{D5B0017B-2ECA-49AF-B397-DC140825DF8D}"/>
          </ac:spMkLst>
        </pc:spChg>
        <pc:spChg chg="add">
          <ac:chgData name="Noritsuna Imamura" userId="5b2da16fa1785921" providerId="LiveId" clId="{EB93CECE-D8B9-CA4F-99B4-05356C02CE6C}" dt="2025-06-06T07:58:11.127" v="3176" actId="26606"/>
          <ac:spMkLst>
            <pc:docMk/>
            <pc:sldMk cId="1482986764" sldId="4583"/>
            <ac:spMk id="36" creationId="{70E96339-907C-46C3-99AC-31179B6F0EBD}"/>
          </ac:spMkLst>
        </pc:spChg>
        <pc:grpChg chg="add">
          <ac:chgData name="Noritsuna Imamura" userId="5b2da16fa1785921" providerId="LiveId" clId="{EB93CECE-D8B9-CA4F-99B4-05356C02CE6C}" dt="2025-06-06T07:58:11.127" v="3176" actId="26606"/>
          <ac:grpSpMkLst>
            <pc:docMk/>
            <pc:sldMk cId="1482986764" sldId="4583"/>
            <ac:grpSpMk id="29" creationId="{AE1C45F0-260A-458C-96ED-C1F6D2151219}"/>
          </ac:grpSpMkLst>
        </pc:grpChg>
        <pc:picChg chg="add mod ord">
          <ac:chgData name="Noritsuna Imamura" userId="5b2da16fa1785921" providerId="LiveId" clId="{EB93CECE-D8B9-CA4F-99B4-05356C02CE6C}" dt="2025-06-06T07:58:11.127" v="3176" actId="26606"/>
          <ac:picMkLst>
            <pc:docMk/>
            <pc:sldMk cId="1482986764" sldId="4583"/>
            <ac:picMk id="4" creationId="{C29BF2F7-8CCE-8174-7CFC-D6161C18108E}"/>
          </ac:picMkLst>
        </pc:picChg>
      </pc:sldChg>
      <pc:sldChg chg="modSp mod ord">
        <pc:chgData name="Noritsuna Imamura" userId="5b2da16fa1785921" providerId="LiveId" clId="{EB93CECE-D8B9-CA4F-99B4-05356C02CE6C}" dt="2025-06-05T07:21:47.040" v="913" actId="20577"/>
        <pc:sldMkLst>
          <pc:docMk/>
          <pc:sldMk cId="2061892736" sldId="4585"/>
        </pc:sldMkLst>
        <pc:spChg chg="mod">
          <ac:chgData name="Noritsuna Imamura" userId="5b2da16fa1785921" providerId="LiveId" clId="{EB93CECE-D8B9-CA4F-99B4-05356C02CE6C}" dt="2025-06-05T07:21:47.040" v="913" actId="20577"/>
          <ac:spMkLst>
            <pc:docMk/>
            <pc:sldMk cId="2061892736" sldId="4585"/>
            <ac:spMk id="2" creationId="{734F36D0-AA73-294F-A4FD-D06EDE7FC385}"/>
          </ac:spMkLst>
        </pc:spChg>
      </pc:sldChg>
      <pc:sldChg chg="addSp delSp modSp mod setBg">
        <pc:chgData name="Noritsuna Imamura" userId="5b2da16fa1785921" providerId="LiveId" clId="{EB93CECE-D8B9-CA4F-99B4-05356C02CE6C}" dt="2025-06-06T07:59:15.211" v="3183" actId="403"/>
        <pc:sldMkLst>
          <pc:docMk/>
          <pc:sldMk cId="1161660226" sldId="4586"/>
        </pc:sldMkLst>
        <pc:spChg chg="mod">
          <ac:chgData name="Noritsuna Imamura" userId="5b2da16fa1785921" providerId="LiveId" clId="{EB93CECE-D8B9-CA4F-99B4-05356C02CE6C}" dt="2025-06-06T07:57:52.553" v="3173" actId="26606"/>
          <ac:spMkLst>
            <pc:docMk/>
            <pc:sldMk cId="1161660226" sldId="4586"/>
            <ac:spMk id="2" creationId="{B9840970-E941-A06B-156F-9C3F9DDD79CF}"/>
          </ac:spMkLst>
        </pc:spChg>
        <pc:spChg chg="mod">
          <ac:chgData name="Noritsuna Imamura" userId="5b2da16fa1785921" providerId="LiveId" clId="{EB93CECE-D8B9-CA4F-99B4-05356C02CE6C}" dt="2025-06-06T07:59:15.211" v="3183" actId="403"/>
          <ac:spMkLst>
            <pc:docMk/>
            <pc:sldMk cId="1161660226" sldId="4586"/>
            <ac:spMk id="3" creationId="{71AB25A8-A409-F779-F8D0-3C0006C358D8}"/>
          </ac:spMkLst>
        </pc:spChg>
        <pc:spChg chg="add mod">
          <ac:chgData name="Noritsuna Imamura" userId="5b2da16fa1785921" providerId="LiveId" clId="{EB93CECE-D8B9-CA4F-99B4-05356C02CE6C}" dt="2025-06-06T07:58:00.457" v="3175" actId="1076"/>
          <ac:spMkLst>
            <pc:docMk/>
            <pc:sldMk cId="1161660226" sldId="4586"/>
            <ac:spMk id="4" creationId="{76AAE67D-D3F7-554F-DB47-D6BBAAC4D019}"/>
          </ac:spMkLst>
        </pc:spChg>
        <pc:spChg chg="add">
          <ac:chgData name="Noritsuna Imamura" userId="5b2da16fa1785921" providerId="LiveId" clId="{EB93CECE-D8B9-CA4F-99B4-05356C02CE6C}" dt="2025-06-06T07:57:52.553" v="3173" actId="26606"/>
          <ac:spMkLst>
            <pc:docMk/>
            <pc:sldMk cId="1161660226" sldId="4586"/>
            <ac:spMk id="6169" creationId="{D5B0017B-2ECA-49AF-B397-DC140825DF8D}"/>
          </ac:spMkLst>
        </pc:spChg>
        <pc:spChg chg="add">
          <ac:chgData name="Noritsuna Imamura" userId="5b2da16fa1785921" providerId="LiveId" clId="{EB93CECE-D8B9-CA4F-99B4-05356C02CE6C}" dt="2025-06-06T07:57:52.553" v="3173" actId="26606"/>
          <ac:spMkLst>
            <pc:docMk/>
            <pc:sldMk cId="1161660226" sldId="4586"/>
            <ac:spMk id="6171" creationId="{70E96339-907C-46C3-99AC-31179B6F0EBD}"/>
          </ac:spMkLst>
        </pc:spChg>
        <pc:spChg chg="add">
          <ac:chgData name="Noritsuna Imamura" userId="5b2da16fa1785921" providerId="LiveId" clId="{EB93CECE-D8B9-CA4F-99B4-05356C02CE6C}" dt="2025-06-06T07:57:52.553" v="3173" actId="26606"/>
          <ac:spMkLst>
            <pc:docMk/>
            <pc:sldMk cId="1161660226" sldId="4586"/>
            <ac:spMk id="6174" creationId="{28D31E1B-0407-4223-9642-0B642CBF57D9}"/>
          </ac:spMkLst>
        </pc:spChg>
        <pc:picChg chg="add mod">
          <ac:chgData name="Noritsuna Imamura" userId="5b2da16fa1785921" providerId="LiveId" clId="{EB93CECE-D8B9-CA4F-99B4-05356C02CE6C}" dt="2025-06-06T07:57:52.553" v="3173" actId="26606"/>
          <ac:picMkLst>
            <pc:docMk/>
            <pc:sldMk cId="1161660226" sldId="4586"/>
            <ac:picMk id="6146" creationId="{0B2A82F2-039C-FEE0-9394-3539FA7C7377}"/>
          </ac:picMkLst>
        </pc:picChg>
      </pc:sldChg>
      <pc:sldChg chg="addSp modSp mod">
        <pc:chgData name="Noritsuna Imamura" userId="5b2da16fa1785921" providerId="LiveId" clId="{EB93CECE-D8B9-CA4F-99B4-05356C02CE6C}" dt="2025-06-10T09:54:45.601" v="4353" actId="20577"/>
        <pc:sldMkLst>
          <pc:docMk/>
          <pc:sldMk cId="2481086436" sldId="4588"/>
        </pc:sldMkLst>
        <pc:spChg chg="mod">
          <ac:chgData name="Noritsuna Imamura" userId="5b2da16fa1785921" providerId="LiveId" clId="{EB93CECE-D8B9-CA4F-99B4-05356C02CE6C}" dt="2025-06-10T09:53:21.975" v="4290" actId="20577"/>
          <ac:spMkLst>
            <pc:docMk/>
            <pc:sldMk cId="2481086436" sldId="4588"/>
            <ac:spMk id="2" creationId="{62FD0CA3-987D-3BF3-1F5F-3702D4681AA6}"/>
          </ac:spMkLst>
        </pc:spChg>
        <pc:spChg chg="mod">
          <ac:chgData name="Noritsuna Imamura" userId="5b2da16fa1785921" providerId="LiveId" clId="{EB93CECE-D8B9-CA4F-99B4-05356C02CE6C}" dt="2025-06-10T09:54:45.601" v="4353" actId="20577"/>
          <ac:spMkLst>
            <pc:docMk/>
            <pc:sldMk cId="2481086436" sldId="4588"/>
            <ac:spMk id="3" creationId="{24EB2157-84AF-51DC-B9F8-9C96EEEB08D4}"/>
          </ac:spMkLst>
        </pc:spChg>
        <pc:picChg chg="add mod">
          <ac:chgData name="Noritsuna Imamura" userId="5b2da16fa1785921" providerId="LiveId" clId="{EB93CECE-D8B9-CA4F-99B4-05356C02CE6C}" dt="2025-06-10T09:52:29.465" v="4252" actId="1076"/>
          <ac:picMkLst>
            <pc:docMk/>
            <pc:sldMk cId="2481086436" sldId="4588"/>
            <ac:picMk id="3074" creationId="{ED666F27-BF46-0E52-DC04-E90980EFA56A}"/>
          </ac:picMkLst>
        </pc:picChg>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pChg chg="mod">
          <ac:chgData name="Noritsuna Imamura" userId="5b2da16fa1785921" providerId="LiveId" clId="{EB93CECE-D8B9-CA4F-99B4-05356C02CE6C}" dt="2025-06-05T08:01:13.674" v="1163" actId="20577"/>
          <ac:spMkLst>
            <pc:docMk/>
            <pc:sldMk cId="804645791" sldId="4589"/>
            <ac:spMk id="2" creationId="{7D6DAAAB-A3F2-0534-F6A0-5BCC5205E0FF}"/>
          </ac:spMkLst>
        </pc:spChg>
        <pc:spChg chg="add">
          <ac:chgData name="Noritsuna Imamura" userId="5b2da16fa1785921" providerId="LiveId" clId="{EB93CECE-D8B9-CA4F-99B4-05356C02CE6C}" dt="2025-06-05T07:27:13.614" v="972" actId="26606"/>
          <ac:spMkLst>
            <pc:docMk/>
            <pc:sldMk cId="804645791" sldId="4589"/>
            <ac:spMk id="23" creationId="{053FB2EE-284F-4C87-AB3D-BBF87A9FAB97}"/>
          </ac:spMkLst>
        </pc:spChg>
        <pc:grpChg chg="add">
          <ac:chgData name="Noritsuna Imamura" userId="5b2da16fa1785921" providerId="LiveId" clId="{EB93CECE-D8B9-CA4F-99B4-05356C02CE6C}" dt="2025-06-05T07:27:13.614" v="972" actId="26606"/>
          <ac:grpSpMkLst>
            <pc:docMk/>
            <pc:sldMk cId="804645791" sldId="4589"/>
            <ac:grpSpMk id="18" creationId="{D2C4BFA1-2075-4901-9E24-E41D1FDD51FD}"/>
          </ac:grpSpMkLst>
        </pc:grpChg>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pChg chg="mod">
          <ac:chgData name="Noritsuna Imamura" userId="5b2da16fa1785921" providerId="LiveId" clId="{EB93CECE-D8B9-CA4F-99B4-05356C02CE6C}" dt="2025-06-11T05:40:47.048" v="5258" actId="26606"/>
          <ac:spMkLst>
            <pc:docMk/>
            <pc:sldMk cId="2481600118" sldId="4592"/>
            <ac:spMk id="2" creationId="{CF5EB1E8-F51E-7400-F484-9DE957C042F3}"/>
          </ac:spMkLst>
        </pc:spChg>
        <pc:spChg chg="mod">
          <ac:chgData name="Noritsuna Imamura" userId="5b2da16fa1785921" providerId="LiveId" clId="{EB93CECE-D8B9-CA4F-99B4-05356C02CE6C}" dt="2025-06-11T05:40:47.048" v="5258" actId="26606"/>
          <ac:spMkLst>
            <pc:docMk/>
            <pc:sldMk cId="2481600118" sldId="4592"/>
            <ac:spMk id="3" creationId="{D99EA431-585F-1D60-46F0-53A61923A47B}"/>
          </ac:spMkLst>
        </pc:spChg>
        <pc:spChg chg="mod">
          <ac:chgData name="Noritsuna Imamura" userId="5b2da16fa1785921" providerId="LiveId" clId="{EB93CECE-D8B9-CA4F-99B4-05356C02CE6C}" dt="2025-06-11T06:09:58.750" v="5622" actId="207"/>
          <ac:spMkLst>
            <pc:docMk/>
            <pc:sldMk cId="2481600118" sldId="4592"/>
            <ac:spMk id="5" creationId="{B383B9C4-7558-22F6-B9AF-E7B35CB16825}"/>
          </ac:spMkLst>
        </pc:spChg>
        <pc:spChg chg="mod">
          <ac:chgData name="Noritsuna Imamura" userId="5b2da16fa1785921" providerId="LiveId" clId="{EB93CECE-D8B9-CA4F-99B4-05356C02CE6C}" dt="2025-06-11T06:09:53.380" v="5621" actId="207"/>
          <ac:spMkLst>
            <pc:docMk/>
            <pc:sldMk cId="2481600118" sldId="4592"/>
            <ac:spMk id="7" creationId="{864302A6-A539-FFED-AC66-6925ED10C5AE}"/>
          </ac:spMkLst>
        </pc:spChg>
        <pc:spChg chg="mod">
          <ac:chgData name="Noritsuna Imamura" userId="5b2da16fa1785921" providerId="LiveId" clId="{EB93CECE-D8B9-CA4F-99B4-05356C02CE6C}" dt="2025-06-11T06:10:03.551" v="5623" actId="207"/>
          <ac:spMkLst>
            <pc:docMk/>
            <pc:sldMk cId="2481600118" sldId="4592"/>
            <ac:spMk id="9" creationId="{7CE9320D-8045-79D6-D3E7-8D31A85244AD}"/>
          </ac:spMkLst>
        </pc:spChg>
        <pc:spChg chg="add">
          <ac:chgData name="Noritsuna Imamura" userId="5b2da16fa1785921" providerId="LiveId" clId="{EB93CECE-D8B9-CA4F-99B4-05356C02CE6C}" dt="2025-06-11T05:40:47.048" v="5258" actId="26606"/>
          <ac:spMkLst>
            <pc:docMk/>
            <pc:sldMk cId="2481600118" sldId="4592"/>
            <ac:spMk id="2055" creationId="{DBC6133C-0615-4CE4-9132-37E609A9BDFA}"/>
          </ac:spMkLst>
        </pc:spChg>
        <pc:spChg chg="add">
          <ac:chgData name="Noritsuna Imamura" userId="5b2da16fa1785921" providerId="LiveId" clId="{EB93CECE-D8B9-CA4F-99B4-05356C02CE6C}" dt="2025-06-11T05:40:47.048" v="5258" actId="26606"/>
          <ac:spMkLst>
            <pc:docMk/>
            <pc:sldMk cId="2481600118" sldId="4592"/>
            <ac:spMk id="2057" creationId="{169CC832-2974-4E8D-90ED-3E2941BA7336}"/>
          </ac:spMkLst>
        </pc:spChg>
        <pc:spChg chg="add">
          <ac:chgData name="Noritsuna Imamura" userId="5b2da16fa1785921" providerId="LiveId" clId="{EB93CECE-D8B9-CA4F-99B4-05356C02CE6C}" dt="2025-06-11T05:40:47.048" v="5258" actId="26606"/>
          <ac:spMkLst>
            <pc:docMk/>
            <pc:sldMk cId="2481600118" sldId="4592"/>
            <ac:spMk id="2059" creationId="{55222F96-971A-4F90-B841-6BAB416C7AC1}"/>
          </ac:spMkLst>
        </pc:spChg>
        <pc:spChg chg="add">
          <ac:chgData name="Noritsuna Imamura" userId="5b2da16fa1785921" providerId="LiveId" clId="{EB93CECE-D8B9-CA4F-99B4-05356C02CE6C}" dt="2025-06-11T05:40:47.048" v="5258" actId="26606"/>
          <ac:spMkLst>
            <pc:docMk/>
            <pc:sldMk cId="2481600118" sldId="4592"/>
            <ac:spMk id="2061" creationId="{08980754-6F4B-43C9-B9BE-127B6BED6586}"/>
          </ac:spMkLst>
        </pc:spChg>
        <pc:spChg chg="add">
          <ac:chgData name="Noritsuna Imamura" userId="5b2da16fa1785921" providerId="LiveId" clId="{EB93CECE-D8B9-CA4F-99B4-05356C02CE6C}" dt="2025-06-11T05:40:47.048" v="5258" actId="26606"/>
          <ac:spMkLst>
            <pc:docMk/>
            <pc:sldMk cId="2481600118" sldId="4592"/>
            <ac:spMk id="2063" creationId="{2C1BBA94-3F40-40AA-8BB9-E69E25E537C1}"/>
          </ac:spMkLst>
        </pc:spChg>
        <pc:grpChg chg="mod">
          <ac:chgData name="Noritsuna Imamura" userId="5b2da16fa1785921" providerId="LiveId" clId="{EB93CECE-D8B9-CA4F-99B4-05356C02CE6C}" dt="2025-06-11T05:40:47.048" v="5258" actId="26606"/>
          <ac:grpSpMkLst>
            <pc:docMk/>
            <pc:sldMk cId="2481600118" sldId="4592"/>
            <ac:grpSpMk id="10" creationId="{1A3D0CAE-E42F-947E-0E0E-3950883B48B8}"/>
          </ac:grpSpMkLst>
        </pc:grpChg>
        <pc:picChg chg="add mod">
          <ac:chgData name="Noritsuna Imamura" userId="5b2da16fa1785921" providerId="LiveId" clId="{EB93CECE-D8B9-CA4F-99B4-05356C02CE6C}" dt="2025-06-10T09:41:38.969" v="4176" actId="1076"/>
          <ac:picMkLst>
            <pc:docMk/>
            <pc:sldMk cId="2481600118" sldId="4592"/>
            <ac:picMk id="2050" creationId="{7D3E43F6-5984-226E-4563-770495672053}"/>
          </ac:picMkLst>
        </pc:picChg>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pChg chg="mod">
          <ac:chgData name="Noritsuna Imamura" userId="5b2da16fa1785921" providerId="LiveId" clId="{EB93CECE-D8B9-CA4F-99B4-05356C02CE6C}" dt="2025-06-10T09:51:32.890" v="4220" actId="20577"/>
          <ac:spMkLst>
            <pc:docMk/>
            <pc:sldMk cId="472582459" sldId="4593"/>
            <ac:spMk id="2" creationId="{8F7861D1-120C-8FF0-F677-BFA9C93040A0}"/>
          </ac:spMkLst>
        </pc:spChg>
        <pc:spChg chg="add">
          <ac:chgData name="Noritsuna Imamura" userId="5b2da16fa1785921" providerId="LiveId" clId="{EB93CECE-D8B9-CA4F-99B4-05356C02CE6C}" dt="2025-06-05T07:27:36.663" v="977" actId="26606"/>
          <ac:spMkLst>
            <pc:docMk/>
            <pc:sldMk cId="472582459" sldId="4593"/>
            <ac:spMk id="23" creationId="{053FB2EE-284F-4C87-AB3D-BBF87A9FAB97}"/>
          </ac:spMkLst>
        </pc:spChg>
        <pc:grpChg chg="add">
          <ac:chgData name="Noritsuna Imamura" userId="5b2da16fa1785921" providerId="LiveId" clId="{EB93CECE-D8B9-CA4F-99B4-05356C02CE6C}" dt="2025-06-05T07:27:36.663" v="977" actId="26606"/>
          <ac:grpSpMkLst>
            <pc:docMk/>
            <pc:sldMk cId="472582459" sldId="4593"/>
            <ac:grpSpMk id="18" creationId="{D2C4BFA1-2075-4901-9E24-E41D1FDD51FD}"/>
          </ac:grpSpMkLst>
        </pc:grpChg>
      </pc:sldChg>
      <pc:sldChg chg="addSp modSp mod">
        <pc:chgData name="Noritsuna Imamura" userId="5b2da16fa1785921" providerId="LiveId" clId="{EB93CECE-D8B9-CA4F-99B4-05356C02CE6C}" dt="2025-06-05T06:09:20.427" v="583" actId="1076"/>
        <pc:sldMkLst>
          <pc:docMk/>
          <pc:sldMk cId="882250686" sldId="4594"/>
        </pc:sldMkLst>
        <pc:spChg chg="mod">
          <ac:chgData name="Noritsuna Imamura" userId="5b2da16fa1785921" providerId="LiveId" clId="{EB93CECE-D8B9-CA4F-99B4-05356C02CE6C}" dt="2025-06-05T06:08:31.252" v="492"/>
          <ac:spMkLst>
            <pc:docMk/>
            <pc:sldMk cId="882250686" sldId="4594"/>
            <ac:spMk id="2" creationId="{A35B13F9-8838-B539-8E4F-10E672FBB852}"/>
          </ac:spMkLst>
        </pc:spChg>
        <pc:spChg chg="mod">
          <ac:chgData name="Noritsuna Imamura" userId="5b2da16fa1785921" providerId="LiveId" clId="{EB93CECE-D8B9-CA4F-99B4-05356C02CE6C}" dt="2025-06-05T06:09:14.159" v="581" actId="20577"/>
          <ac:spMkLst>
            <pc:docMk/>
            <pc:sldMk cId="882250686" sldId="4594"/>
            <ac:spMk id="3" creationId="{6DED56D8-8269-0FCD-5314-65A4ABED631C}"/>
          </ac:spMkLst>
        </pc:spChg>
      </pc:sldChg>
      <pc:sldChg chg="addSp modSp mod setBg">
        <pc:chgData name="Noritsuna Imamura" userId="5b2da16fa1785921" providerId="LiveId" clId="{EB93CECE-D8B9-CA4F-99B4-05356C02CE6C}" dt="2025-06-06T06:48:14.436" v="2237" actId="26606"/>
        <pc:sldMkLst>
          <pc:docMk/>
          <pc:sldMk cId="3754308333" sldId="4595"/>
        </pc:sldMkLst>
        <pc:spChg chg="mod">
          <ac:chgData name="Noritsuna Imamura" userId="5b2da16fa1785921" providerId="LiveId" clId="{EB93CECE-D8B9-CA4F-99B4-05356C02CE6C}" dt="2025-06-06T06:48:14.436" v="2237" actId="26606"/>
          <ac:spMkLst>
            <pc:docMk/>
            <pc:sldMk cId="3754308333" sldId="4595"/>
            <ac:spMk id="2" creationId="{F0D9782E-EC40-2B06-78D5-DC9216105D6E}"/>
          </ac:spMkLst>
        </pc:spChg>
        <pc:spChg chg="mod">
          <ac:chgData name="Noritsuna Imamura" userId="5b2da16fa1785921" providerId="LiveId" clId="{EB93CECE-D8B9-CA4F-99B4-05356C02CE6C}" dt="2025-06-06T06:48:14.436" v="2237" actId="26606"/>
          <ac:spMkLst>
            <pc:docMk/>
            <pc:sldMk cId="3754308333" sldId="4595"/>
            <ac:spMk id="3" creationId="{D6D3327A-1F05-7B6A-4365-19ABF7B1BC17}"/>
          </ac:spMkLst>
        </pc:spChg>
        <pc:spChg chg="add">
          <ac:chgData name="Noritsuna Imamura" userId="5b2da16fa1785921" providerId="LiveId" clId="{EB93CECE-D8B9-CA4F-99B4-05356C02CE6C}" dt="2025-06-06T06:48:14.436" v="2237" actId="26606"/>
          <ac:spMkLst>
            <pc:docMk/>
            <pc:sldMk cId="3754308333" sldId="4595"/>
            <ac:spMk id="8" creationId="{B6CDA21F-E7AF-4C75-8395-33F58D5B0E45}"/>
          </ac:spMkLst>
        </pc:spChg>
        <pc:spChg chg="add">
          <ac:chgData name="Noritsuna Imamura" userId="5b2da16fa1785921" providerId="LiveId" clId="{EB93CECE-D8B9-CA4F-99B4-05356C02CE6C}" dt="2025-06-06T06:48:14.436" v="2237" actId="26606"/>
          <ac:spMkLst>
            <pc:docMk/>
            <pc:sldMk cId="3754308333" sldId="4595"/>
            <ac:spMk id="15" creationId="{D5B0017B-2ECA-49AF-B397-DC140825DF8D}"/>
          </ac:spMkLst>
        </pc:spChg>
        <pc:grpChg chg="add">
          <ac:chgData name="Noritsuna Imamura" userId="5b2da16fa1785921" providerId="LiveId" clId="{EB93CECE-D8B9-CA4F-99B4-05356C02CE6C}" dt="2025-06-06T06:48:14.436" v="2237" actId="26606"/>
          <ac:grpSpMkLst>
            <pc:docMk/>
            <pc:sldMk cId="3754308333" sldId="4595"/>
            <ac:grpSpMk id="10" creationId="{AE1C45F0-260A-458C-96ED-C1F6D2151219}"/>
          </ac:grpSpMkLst>
        </pc:grpChg>
        <pc:cxnChg chg="add">
          <ac:chgData name="Noritsuna Imamura" userId="5b2da16fa1785921" providerId="LiveId" clId="{EB93CECE-D8B9-CA4F-99B4-05356C02CE6C}" dt="2025-06-06T06:48:14.436" v="2237" actId="26606"/>
          <ac:cxnSpMkLst>
            <pc:docMk/>
            <pc:sldMk cId="3754308333" sldId="4595"/>
            <ac:cxnSpMk id="17" creationId="{6CF1BAF6-AD41-4082-B212-8A1F9A2E8779}"/>
          </ac:cxnSpMkLst>
        </pc:cxnChg>
      </pc:sldChg>
      <pc:sldChg chg="addSp delSp modSp mod setBg">
        <pc:chgData name="Noritsuna Imamura" userId="5b2da16fa1785921" providerId="LiveId" clId="{EB93CECE-D8B9-CA4F-99B4-05356C02CE6C}" dt="2025-06-06T07:58:30.177" v="3177" actId="26606"/>
        <pc:sldMkLst>
          <pc:docMk/>
          <pc:sldMk cId="625698354" sldId="4596"/>
        </pc:sldMkLst>
        <pc:spChg chg="mod">
          <ac:chgData name="Noritsuna Imamura" userId="5b2da16fa1785921" providerId="LiveId" clId="{EB93CECE-D8B9-CA4F-99B4-05356C02CE6C}" dt="2025-06-06T07:58:30.177" v="3177" actId="26606"/>
          <ac:spMkLst>
            <pc:docMk/>
            <pc:sldMk cId="625698354" sldId="4596"/>
            <ac:spMk id="2" creationId="{AA2D0F7F-55E1-2C3C-2442-DBDB25E61CA2}"/>
          </ac:spMkLst>
        </pc:spChg>
        <pc:spChg chg="mod">
          <ac:chgData name="Noritsuna Imamura" userId="5b2da16fa1785921" providerId="LiveId" clId="{EB93CECE-D8B9-CA4F-99B4-05356C02CE6C}" dt="2025-06-06T07:58:30.177" v="3177" actId="26606"/>
          <ac:spMkLst>
            <pc:docMk/>
            <pc:sldMk cId="625698354" sldId="4596"/>
            <ac:spMk id="3" creationId="{9302FFBF-C3D5-679C-4CE6-7D43DC15A936}"/>
          </ac:spMkLst>
        </pc:spChg>
        <pc:spChg chg="add">
          <ac:chgData name="Noritsuna Imamura" userId="5b2da16fa1785921" providerId="LiveId" clId="{EB93CECE-D8B9-CA4F-99B4-05356C02CE6C}" dt="2025-06-06T07:58:30.177" v="3177" actId="26606"/>
          <ac:spMkLst>
            <pc:docMk/>
            <pc:sldMk cId="625698354" sldId="4596"/>
            <ac:spMk id="19" creationId="{B6CDA21F-E7AF-4C75-8395-33F58D5B0E45}"/>
          </ac:spMkLst>
        </pc:spChg>
        <pc:spChg chg="add">
          <ac:chgData name="Noritsuna Imamura" userId="5b2da16fa1785921" providerId="LiveId" clId="{EB93CECE-D8B9-CA4F-99B4-05356C02CE6C}" dt="2025-06-06T07:58:30.177" v="3177" actId="26606"/>
          <ac:spMkLst>
            <pc:docMk/>
            <pc:sldMk cId="625698354" sldId="4596"/>
            <ac:spMk id="26" creationId="{D5B0017B-2ECA-49AF-B397-DC140825DF8D}"/>
          </ac:spMkLst>
        </pc:spChg>
        <pc:grpChg chg="add">
          <ac:chgData name="Noritsuna Imamura" userId="5b2da16fa1785921" providerId="LiveId" clId="{EB93CECE-D8B9-CA4F-99B4-05356C02CE6C}" dt="2025-06-06T07:58:30.177" v="3177" actId="26606"/>
          <ac:grpSpMkLst>
            <pc:docMk/>
            <pc:sldMk cId="625698354" sldId="4596"/>
            <ac:grpSpMk id="21" creationId="{AE1C45F0-260A-458C-96ED-C1F6D2151219}"/>
          </ac:grpSpMkLst>
        </pc:grpChg>
        <pc:cxnChg chg="add">
          <ac:chgData name="Noritsuna Imamura" userId="5b2da16fa1785921" providerId="LiveId" clId="{EB93CECE-D8B9-CA4F-99B4-05356C02CE6C}" dt="2025-06-06T07:58:30.177" v="3177" actId="26606"/>
          <ac:cxnSpMkLst>
            <pc:docMk/>
            <pc:sldMk cId="625698354" sldId="4596"/>
            <ac:cxnSpMk id="28" creationId="{6CF1BAF6-AD41-4082-B212-8A1F9A2E8779}"/>
          </ac:cxnSpMkLst>
        </pc:cxnChg>
      </pc:sldChg>
      <pc:sldChg chg="addSp modSp mod setBg">
        <pc:chgData name="Noritsuna Imamura" userId="5b2da16fa1785921" providerId="LiveId" clId="{EB93CECE-D8B9-CA4F-99B4-05356C02CE6C}" dt="2025-06-06T06:52:21.416" v="2477" actId="20577"/>
        <pc:sldMkLst>
          <pc:docMk/>
          <pc:sldMk cId="3110502057" sldId="4597"/>
        </pc:sldMkLst>
        <pc:spChg chg="mod">
          <ac:chgData name="Noritsuna Imamura" userId="5b2da16fa1785921" providerId="LiveId" clId="{EB93CECE-D8B9-CA4F-99B4-05356C02CE6C}" dt="2025-06-06T06:47:42.504" v="2233" actId="26606"/>
          <ac:spMkLst>
            <pc:docMk/>
            <pc:sldMk cId="3110502057" sldId="4597"/>
            <ac:spMk id="2" creationId="{D48C19C7-F7F2-77FE-BD4A-9F0B2F8C6BF9}"/>
          </ac:spMkLst>
        </pc:spChg>
        <pc:spChg chg="mod">
          <ac:chgData name="Noritsuna Imamura" userId="5b2da16fa1785921" providerId="LiveId" clId="{EB93CECE-D8B9-CA4F-99B4-05356C02CE6C}" dt="2025-06-06T06:52:21.416" v="2477" actId="20577"/>
          <ac:spMkLst>
            <pc:docMk/>
            <pc:sldMk cId="3110502057" sldId="4597"/>
            <ac:spMk id="3" creationId="{EA89638F-D16C-498F-A321-DFA1B5ECD8EE}"/>
          </ac:spMkLst>
        </pc:spChg>
        <pc:spChg chg="add">
          <ac:chgData name="Noritsuna Imamura" userId="5b2da16fa1785921" providerId="LiveId" clId="{EB93CECE-D8B9-CA4F-99B4-05356C02CE6C}" dt="2025-06-06T06:47:42.504" v="2233" actId="26606"/>
          <ac:spMkLst>
            <pc:docMk/>
            <pc:sldMk cId="3110502057" sldId="4597"/>
            <ac:spMk id="8" creationId="{3AD318CC-E2A8-4E27-9548-A047A78999B1}"/>
          </ac:spMkLst>
        </pc:spChg>
        <pc:spChg chg="add">
          <ac:chgData name="Noritsuna Imamura" userId="5b2da16fa1785921" providerId="LiveId" clId="{EB93CECE-D8B9-CA4F-99B4-05356C02CE6C}" dt="2025-06-06T06:47:42.504" v="2233" actId="26606"/>
          <ac:spMkLst>
            <pc:docMk/>
            <pc:sldMk cId="3110502057" sldId="4597"/>
            <ac:spMk id="14" creationId="{2C1BBA94-3F40-40AA-8BB9-E69E25E537C1}"/>
          </ac:spMkLst>
        </pc:spChg>
        <pc:grpChg chg="add">
          <ac:chgData name="Noritsuna Imamura" userId="5b2da16fa1785921" providerId="LiveId" clId="{EB93CECE-D8B9-CA4F-99B4-05356C02CE6C}" dt="2025-06-06T06:47:42.504" v="2233" actId="26606"/>
          <ac:grpSpMkLst>
            <pc:docMk/>
            <pc:sldMk cId="3110502057" sldId="4597"/>
            <ac:grpSpMk id="10" creationId="{B14B560F-9DD7-4302-A60B-EBD3EF59B073}"/>
          </ac:grpSpMkLst>
        </pc:grpChg>
      </pc:sldChg>
      <pc:sldChg chg="addSp modSp new mod">
        <pc:chgData name="Noritsuna Imamura" userId="5b2da16fa1785921" providerId="LiveId" clId="{EB93CECE-D8B9-CA4F-99B4-05356C02CE6C}" dt="2025-06-07T03:53:57.441" v="3224" actId="20577"/>
        <pc:sldMkLst>
          <pc:docMk/>
          <pc:sldMk cId="1917807285" sldId="4598"/>
        </pc:sldMkLst>
        <pc:spChg chg="mod">
          <ac:chgData name="Noritsuna Imamura" userId="5b2da16fa1785921" providerId="LiveId" clId="{EB93CECE-D8B9-CA4F-99B4-05356C02CE6C}" dt="2025-06-05T06:12:47.649" v="597" actId="20577"/>
          <ac:spMkLst>
            <pc:docMk/>
            <pc:sldMk cId="1917807285" sldId="4598"/>
            <ac:spMk id="2" creationId="{831BB0DE-85AE-2C14-6463-90981BFC0DA2}"/>
          </ac:spMkLst>
        </pc:spChg>
        <pc:spChg chg="mod">
          <ac:chgData name="Noritsuna Imamura" userId="5b2da16fa1785921" providerId="LiveId" clId="{EB93CECE-D8B9-CA4F-99B4-05356C02CE6C}" dt="2025-06-07T03:53:57.441" v="3224" actId="20577"/>
          <ac:spMkLst>
            <pc:docMk/>
            <pc:sldMk cId="1917807285" sldId="4598"/>
            <ac:spMk id="3" creationId="{18E00954-A865-E9A7-04BE-6164370F837C}"/>
          </ac:spMkLst>
        </pc:spChg>
        <pc:picChg chg="add">
          <ac:chgData name="Noritsuna Imamura" userId="5b2da16fa1785921" providerId="LiveId" clId="{EB93CECE-D8B9-CA4F-99B4-05356C02CE6C}" dt="2025-06-05T06:58:57.989" v="775"/>
          <ac:picMkLst>
            <pc:docMk/>
            <pc:sldMk cId="1917807285" sldId="4598"/>
            <ac:picMk id="5122" creationId="{C3DD71CA-6117-6CC4-BDC8-1AFA157BEEF6}"/>
          </ac:picMkLst>
        </pc:picChg>
      </pc:sldChg>
      <pc:sldChg chg="addSp modSp new mod setBg">
        <pc:chgData name="Noritsuna Imamura" userId="5b2da16fa1785921" providerId="LiveId" clId="{EB93CECE-D8B9-CA4F-99B4-05356C02CE6C}" dt="2025-06-05T07:14:45.663" v="776" actId="26606"/>
        <pc:sldMkLst>
          <pc:docMk/>
          <pc:sldMk cId="667299753" sldId="4599"/>
        </pc:sldMkLst>
        <pc:spChg chg="mod ord">
          <ac:chgData name="Noritsuna Imamura" userId="5b2da16fa1785921" providerId="LiveId" clId="{EB93CECE-D8B9-CA4F-99B4-05356C02CE6C}" dt="2025-06-05T07:14:45.663" v="776" actId="26606"/>
          <ac:spMkLst>
            <pc:docMk/>
            <pc:sldMk cId="667299753" sldId="4599"/>
            <ac:spMk id="2" creationId="{7A0604DE-BDBE-D6CA-3B01-F8DE213243C4}"/>
          </ac:spMkLst>
        </pc:spChg>
        <pc:spChg chg="mod ord">
          <ac:chgData name="Noritsuna Imamura" userId="5b2da16fa1785921" providerId="LiveId" clId="{EB93CECE-D8B9-CA4F-99B4-05356C02CE6C}" dt="2025-06-05T07:14:45.663" v="776" actId="26606"/>
          <ac:spMkLst>
            <pc:docMk/>
            <pc:sldMk cId="667299753" sldId="4599"/>
            <ac:spMk id="3" creationId="{85240DC0-96D2-272B-15E4-82F46488DF0E}"/>
          </ac:spMkLst>
        </pc:spChg>
        <pc:spChg chg="add">
          <ac:chgData name="Noritsuna Imamura" userId="5b2da16fa1785921" providerId="LiveId" clId="{EB93CECE-D8B9-CA4F-99B4-05356C02CE6C}" dt="2025-06-05T07:14:45.663" v="776" actId="26606"/>
          <ac:spMkLst>
            <pc:docMk/>
            <pc:sldMk cId="667299753" sldId="4599"/>
            <ac:spMk id="2063" creationId="{52C5A181-E905-4B83-AFEF-B225FF30F7C4}"/>
          </ac:spMkLst>
        </pc:spChg>
        <pc:spChg chg="add">
          <ac:chgData name="Noritsuna Imamura" userId="5b2da16fa1785921" providerId="LiveId" clId="{EB93CECE-D8B9-CA4F-99B4-05356C02CE6C}" dt="2025-06-05T07:14:45.663" v="776" actId="26606"/>
          <ac:spMkLst>
            <pc:docMk/>
            <pc:sldMk cId="667299753" sldId="4599"/>
            <ac:spMk id="2065" creationId="{3634A21A-3D5D-4DFA-99F4-16A031986540}"/>
          </ac:spMkLst>
        </pc:spChg>
        <pc:spChg chg="add">
          <ac:chgData name="Noritsuna Imamura" userId="5b2da16fa1785921" providerId="LiveId" clId="{EB93CECE-D8B9-CA4F-99B4-05356C02CE6C}" dt="2025-06-05T07:14:45.663" v="776" actId="26606"/>
          <ac:spMkLst>
            <pc:docMk/>
            <pc:sldMk cId="667299753" sldId="4599"/>
            <ac:spMk id="2067" creationId="{A45CA7EE-A5CB-4305-88A0-F94C85A7BDB8}"/>
          </ac:spMkLst>
        </pc:spChg>
        <pc:picChg chg="add mod">
          <ac:chgData name="Noritsuna Imamura" userId="5b2da16fa1785921" providerId="LiveId" clId="{EB93CECE-D8B9-CA4F-99B4-05356C02CE6C}" dt="2025-06-05T07:14:45.663" v="776" actId="26606"/>
          <ac:picMkLst>
            <pc:docMk/>
            <pc:sldMk cId="667299753" sldId="4599"/>
            <ac:picMk id="2050" creationId="{ECBC5CD0-B3A4-9DED-76AA-9A56C709C599}"/>
          </ac:picMkLst>
        </pc:picChg>
        <pc:picChg chg="add mod">
          <ac:chgData name="Noritsuna Imamura" userId="5b2da16fa1785921" providerId="LiveId" clId="{EB93CECE-D8B9-CA4F-99B4-05356C02CE6C}" dt="2025-06-05T07:14:45.663" v="776" actId="26606"/>
          <ac:picMkLst>
            <pc:docMk/>
            <pc:sldMk cId="667299753" sldId="4599"/>
            <ac:picMk id="2052" creationId="{BDCB4C99-96DA-6BCE-0A2C-03257E78E160}"/>
          </ac:picMkLst>
        </pc:picChg>
        <pc:picChg chg="add mod">
          <ac:chgData name="Noritsuna Imamura" userId="5b2da16fa1785921" providerId="LiveId" clId="{EB93CECE-D8B9-CA4F-99B4-05356C02CE6C}" dt="2025-06-05T07:14:45.663" v="776" actId="26606"/>
          <ac:picMkLst>
            <pc:docMk/>
            <pc:sldMk cId="667299753" sldId="4599"/>
            <ac:picMk id="2054" creationId="{6F58A178-9A56-C369-FE35-7C82EBA38F86}"/>
          </ac:picMkLst>
        </pc:picChg>
        <pc:picChg chg="add mod ord">
          <ac:chgData name="Noritsuna Imamura" userId="5b2da16fa1785921" providerId="LiveId" clId="{EB93CECE-D8B9-CA4F-99B4-05356C02CE6C}" dt="2025-06-05T07:14:45.663" v="776" actId="26606"/>
          <ac:picMkLst>
            <pc:docMk/>
            <pc:sldMk cId="667299753" sldId="4599"/>
            <ac:picMk id="2056" creationId="{5A861F97-5527-C473-4B1E-B05B50FECB73}"/>
          </ac:picMkLst>
        </pc:picChg>
        <pc:picChg chg="add mod">
          <ac:chgData name="Noritsuna Imamura" userId="5b2da16fa1785921" providerId="LiveId" clId="{EB93CECE-D8B9-CA4F-99B4-05356C02CE6C}" dt="2025-06-05T07:14:45.663" v="776" actId="26606"/>
          <ac:picMkLst>
            <pc:docMk/>
            <pc:sldMk cId="667299753" sldId="4599"/>
            <ac:picMk id="2058" creationId="{387CF07C-4804-7586-4A26-A9424B04924B}"/>
          </ac:picMkLst>
        </pc:picChg>
      </pc:sldChg>
      <pc:sldChg chg="addSp delSp modSp new mod setBg addAnim modAnim">
        <pc:chgData name="Noritsuna Imamura" userId="5b2da16fa1785921" providerId="LiveId" clId="{EB93CECE-D8B9-CA4F-99B4-05356C02CE6C}" dt="2025-06-06T06:53:53.062" v="2488"/>
        <pc:sldMkLst>
          <pc:docMk/>
          <pc:sldMk cId="3101618678" sldId="4600"/>
        </pc:sldMkLst>
        <pc:spChg chg="mod ord">
          <ac:chgData name="Noritsuna Imamura" userId="5b2da16fa1785921" providerId="LiveId" clId="{EB93CECE-D8B9-CA4F-99B4-05356C02CE6C}" dt="2025-06-05T07:15:41.452" v="782" actId="20577"/>
          <ac:spMkLst>
            <pc:docMk/>
            <pc:sldMk cId="3101618678" sldId="4600"/>
            <ac:spMk id="2" creationId="{DAB96762-4376-4F12-DEEF-348707C0B456}"/>
          </ac:spMkLst>
        </pc:spChg>
        <pc:spChg chg="add">
          <ac:chgData name="Noritsuna Imamura" userId="5b2da16fa1785921" providerId="LiveId" clId="{EB93CECE-D8B9-CA4F-99B4-05356C02CE6C}" dt="2025-06-05T07:15:05.829" v="779" actId="26606"/>
          <ac:spMkLst>
            <pc:docMk/>
            <pc:sldMk cId="3101618678" sldId="4600"/>
            <ac:spMk id="3087" creationId="{52C5A181-E905-4B83-AFEF-B225FF30F7C4}"/>
          </ac:spMkLst>
        </pc:spChg>
        <pc:spChg chg="add">
          <ac:chgData name="Noritsuna Imamura" userId="5b2da16fa1785921" providerId="LiveId" clId="{EB93CECE-D8B9-CA4F-99B4-05356C02CE6C}" dt="2025-06-05T07:15:05.829" v="779" actId="26606"/>
          <ac:spMkLst>
            <pc:docMk/>
            <pc:sldMk cId="3101618678" sldId="4600"/>
            <ac:spMk id="3089" creationId="{3634A21A-3D5D-4DFA-99F4-16A031986540}"/>
          </ac:spMkLst>
        </pc:spChg>
        <pc:spChg chg="add">
          <ac:chgData name="Noritsuna Imamura" userId="5b2da16fa1785921" providerId="LiveId" clId="{EB93CECE-D8B9-CA4F-99B4-05356C02CE6C}" dt="2025-06-05T07:15:05.829" v="779" actId="26606"/>
          <ac:spMkLst>
            <pc:docMk/>
            <pc:sldMk cId="3101618678" sldId="4600"/>
            <ac:spMk id="3091" creationId="{A45CA7EE-A5CB-4305-88A0-F94C85A7BDB8}"/>
          </ac:spMkLst>
        </pc:spChg>
        <pc:picChg chg="add mod ord">
          <ac:chgData name="Noritsuna Imamura" userId="5b2da16fa1785921" providerId="LiveId" clId="{EB93CECE-D8B9-CA4F-99B4-05356C02CE6C}" dt="2025-06-05T07:15:05.829" v="779" actId="26606"/>
          <ac:picMkLst>
            <pc:docMk/>
            <pc:sldMk cId="3101618678" sldId="4600"/>
            <ac:picMk id="5" creationId="{0AE35AA7-ABF9-B8B4-4C87-A1EA2970CB55}"/>
          </ac:picMkLst>
        </pc:picChg>
        <pc:picChg chg="add mod ord">
          <ac:chgData name="Noritsuna Imamura" userId="5b2da16fa1785921" providerId="LiveId" clId="{EB93CECE-D8B9-CA4F-99B4-05356C02CE6C}" dt="2025-06-05T07:15:05.829" v="779" actId="26606"/>
          <ac:picMkLst>
            <pc:docMk/>
            <pc:sldMk cId="3101618678" sldId="4600"/>
            <ac:picMk id="3074" creationId="{2569A1D9-1D91-8407-82FF-EC6F75E01D45}"/>
          </ac:picMkLst>
        </pc:picChg>
        <pc:picChg chg="add mod ord">
          <ac:chgData name="Noritsuna Imamura" userId="5b2da16fa1785921" providerId="LiveId" clId="{EB93CECE-D8B9-CA4F-99B4-05356C02CE6C}" dt="2025-06-05T07:15:05.829" v="779" actId="26606"/>
          <ac:picMkLst>
            <pc:docMk/>
            <pc:sldMk cId="3101618678" sldId="4600"/>
            <ac:picMk id="3078" creationId="{EF38B27A-1F5C-82B1-E442-1594975D057F}"/>
          </ac:picMkLst>
        </pc:picChg>
        <pc:picChg chg="add mod">
          <ac:chgData name="Noritsuna Imamura" userId="5b2da16fa1785921" providerId="LiveId" clId="{EB93CECE-D8B9-CA4F-99B4-05356C02CE6C}" dt="2025-06-05T07:15:05.829" v="779" actId="26606"/>
          <ac:picMkLst>
            <pc:docMk/>
            <pc:sldMk cId="3101618678" sldId="4600"/>
            <ac:picMk id="3080" creationId="{A5FAC899-E891-1338-2C74-403B18BAA02C}"/>
          </ac:picMkLst>
        </pc:picChg>
        <pc:picChg chg="add mod">
          <ac:chgData name="Noritsuna Imamura" userId="5b2da16fa1785921" providerId="LiveId" clId="{EB93CECE-D8B9-CA4F-99B4-05356C02CE6C}" dt="2025-06-05T07:15:05.829" v="779" actId="26606"/>
          <ac:picMkLst>
            <pc:docMk/>
            <pc:sldMk cId="3101618678" sldId="4600"/>
            <ac:picMk id="3082" creationId="{3BCBC10C-F22F-F869-9240-AF5AA9223004}"/>
          </ac:picMkLst>
        </pc:picChg>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pChg chg="mod">
          <ac:chgData name="Noritsuna Imamura" userId="5b2da16fa1785921" providerId="LiveId" clId="{EB93CECE-D8B9-CA4F-99B4-05356C02CE6C}" dt="2025-06-06T06:53:33.371" v="2487" actId="26606"/>
          <ac:spMkLst>
            <pc:docMk/>
            <pc:sldMk cId="1654275517" sldId="4601"/>
            <ac:spMk id="2" creationId="{1A8B86A5-1C3C-DDDB-B2F9-78122C2E95E0}"/>
          </ac:spMkLst>
        </pc:spChg>
        <pc:spChg chg="add">
          <ac:chgData name="Noritsuna Imamura" userId="5b2da16fa1785921" providerId="LiveId" clId="{EB93CECE-D8B9-CA4F-99B4-05356C02CE6C}" dt="2025-06-06T06:53:33.371" v="2487" actId="26606"/>
          <ac:spMkLst>
            <pc:docMk/>
            <pc:sldMk cId="1654275517" sldId="4601"/>
            <ac:spMk id="23" creationId="{D55CA618-78A6-47F6-B865-E9315164FB49}"/>
          </ac:spMkLst>
        </pc:spChg>
        <pc:spChg chg="add">
          <ac:chgData name="Noritsuna Imamura" userId="5b2da16fa1785921" providerId="LiveId" clId="{EB93CECE-D8B9-CA4F-99B4-05356C02CE6C}" dt="2025-06-06T06:53:33.371" v="2487" actId="26606"/>
          <ac:spMkLst>
            <pc:docMk/>
            <pc:sldMk cId="1654275517" sldId="4601"/>
            <ac:spMk id="25" creationId="{8ED94938-268E-4C0A-A08A-B3980C78BAEB}"/>
          </ac:spMkLst>
        </pc:spChg>
        <pc:grpChg chg="add">
          <ac:chgData name="Noritsuna Imamura" userId="5b2da16fa1785921" providerId="LiveId" clId="{EB93CECE-D8B9-CA4F-99B4-05356C02CE6C}" dt="2025-06-06T06:53:33.371" v="2487" actId="26606"/>
          <ac:grpSpMkLst>
            <pc:docMk/>
            <pc:sldMk cId="1654275517" sldId="4601"/>
            <ac:grpSpMk id="24" creationId="{B83D307E-DF68-43F8-97CE-0AAE950A7129}"/>
          </ac:grpSpMkLst>
        </pc:grpChg>
        <pc:picChg chg="add mod ord">
          <ac:chgData name="Noritsuna Imamura" userId="5b2da16fa1785921" providerId="LiveId" clId="{EB93CECE-D8B9-CA4F-99B4-05356C02CE6C}" dt="2025-06-06T06:53:33.371" v="2487" actId="26606"/>
          <ac:picMkLst>
            <pc:docMk/>
            <pc:sldMk cId="1654275517" sldId="4601"/>
            <ac:picMk id="4" creationId="{8DA7145E-7AF0-D5F3-29B0-D72E06AF851A}"/>
          </ac:picMkLst>
        </pc:picChg>
        <pc:picChg chg="add mod">
          <ac:chgData name="Noritsuna Imamura" userId="5b2da16fa1785921" providerId="LiveId" clId="{EB93CECE-D8B9-CA4F-99B4-05356C02CE6C}" dt="2025-06-06T06:53:33.371" v="2487" actId="26606"/>
          <ac:picMkLst>
            <pc:docMk/>
            <pc:sldMk cId="1654275517" sldId="4601"/>
            <ac:picMk id="5" creationId="{68D001CB-36E4-0C18-7E5B-DC2934AAC48E}"/>
          </ac:picMkLst>
        </pc:picChg>
      </pc:sldChg>
      <pc:sldChg chg="addSp delSp modSp new mod setBg">
        <pc:chgData name="Noritsuna Imamura" userId="5b2da16fa1785921" providerId="LiveId" clId="{EB93CECE-D8B9-CA4F-99B4-05356C02CE6C}" dt="2025-06-05T08:00:50.036" v="1156" actId="1076"/>
        <pc:sldMkLst>
          <pc:docMk/>
          <pc:sldMk cId="2325935805" sldId="4602"/>
        </pc:sldMkLst>
        <pc:spChg chg="mod">
          <ac:chgData name="Noritsuna Imamura" userId="5b2da16fa1785921" providerId="LiveId" clId="{EB93CECE-D8B9-CA4F-99B4-05356C02CE6C}" dt="2025-06-05T07:55:03.468" v="1057" actId="26606"/>
          <ac:spMkLst>
            <pc:docMk/>
            <pc:sldMk cId="2325935805" sldId="4602"/>
            <ac:spMk id="2" creationId="{00D354D0-4E34-7465-31FC-117DC25F14F9}"/>
          </ac:spMkLst>
        </pc:spChg>
        <pc:spChg chg="add mod">
          <ac:chgData name="Noritsuna Imamura" userId="5b2da16fa1785921" providerId="LiveId" clId="{EB93CECE-D8B9-CA4F-99B4-05356C02CE6C}" dt="2025-06-05T08:00:50.036" v="1156" actId="1076"/>
          <ac:spMkLst>
            <pc:docMk/>
            <pc:sldMk cId="2325935805" sldId="4602"/>
            <ac:spMk id="8" creationId="{59AD377E-1A32-356B-C070-D9B4E5F1ECC0}"/>
          </ac:spMkLst>
        </pc:spChg>
        <pc:spChg chg="add">
          <ac:chgData name="Noritsuna Imamura" userId="5b2da16fa1785921" providerId="LiveId" clId="{EB93CECE-D8B9-CA4F-99B4-05356C02CE6C}" dt="2025-06-05T07:55:43.823" v="1060" actId="26606"/>
          <ac:spMkLst>
            <pc:docMk/>
            <pc:sldMk cId="2325935805" sldId="4602"/>
            <ac:spMk id="4116" creationId="{A4AC5506-6312-4701-8D3C-40187889A947}"/>
          </ac:spMkLst>
        </pc:spChg>
        <pc:picChg chg="add mod">
          <ac:chgData name="Noritsuna Imamura" userId="5b2da16fa1785921" providerId="LiveId" clId="{EB93CECE-D8B9-CA4F-99B4-05356C02CE6C}" dt="2025-06-05T08:00:46.569" v="1155" actId="1076"/>
          <ac:picMkLst>
            <pc:docMk/>
            <pc:sldMk cId="2325935805" sldId="4602"/>
            <ac:picMk id="4100" creationId="{59A91F27-7403-657E-9FED-F44F97BCFB3B}"/>
          </ac:picMkLst>
        </pc:picChg>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pChg chg="mod">
          <ac:chgData name="Noritsuna Imamura" userId="5b2da16fa1785921" providerId="LiveId" clId="{EB93CECE-D8B9-CA4F-99B4-05356C02CE6C}" dt="2025-06-05T07:28:53.538" v="1006" actId="20577"/>
          <ac:spMkLst>
            <pc:docMk/>
            <pc:sldMk cId="2103275893" sldId="4603"/>
            <ac:spMk id="2" creationId="{EEB8985E-B703-FFC6-867D-DB6EF895D5B3}"/>
          </ac:spMkLst>
        </pc:spChg>
        <pc:spChg chg="add">
          <ac:chgData name="Noritsuna Imamura" userId="5b2da16fa1785921" providerId="LiveId" clId="{EB93CECE-D8B9-CA4F-99B4-05356C02CE6C}" dt="2025-06-05T07:27:40.795" v="979" actId="26606"/>
          <ac:spMkLst>
            <pc:docMk/>
            <pc:sldMk cId="2103275893" sldId="4603"/>
            <ac:spMk id="23" creationId="{053FB2EE-284F-4C87-AB3D-BBF87A9FAB97}"/>
          </ac:spMkLst>
        </pc:spChg>
        <pc:grpChg chg="add">
          <ac:chgData name="Noritsuna Imamura" userId="5b2da16fa1785921" providerId="LiveId" clId="{EB93CECE-D8B9-CA4F-99B4-05356C02CE6C}" dt="2025-06-05T07:27:40.795" v="979" actId="26606"/>
          <ac:grpSpMkLst>
            <pc:docMk/>
            <pc:sldMk cId="2103275893" sldId="4603"/>
            <ac:grpSpMk id="18" creationId="{D2C4BFA1-2075-4901-9E24-E41D1FDD51FD}"/>
          </ac:grpSpMkLst>
        </pc:grpChg>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pChg chg="mod">
          <ac:chgData name="Noritsuna Imamura" userId="5b2da16fa1785921" providerId="LiveId" clId="{EB93CECE-D8B9-CA4F-99B4-05356C02CE6C}" dt="2025-06-06T07:55:38.679" v="3154" actId="26606"/>
          <ac:spMkLst>
            <pc:docMk/>
            <pc:sldMk cId="2581260794" sldId="4607"/>
            <ac:spMk id="2" creationId="{154CBBD7-A9EF-590F-71AA-18C88297B2A4}"/>
          </ac:spMkLst>
        </pc:spChg>
        <pc:spChg chg="mod">
          <ac:chgData name="Noritsuna Imamura" userId="5b2da16fa1785921" providerId="LiveId" clId="{EB93CECE-D8B9-CA4F-99B4-05356C02CE6C}" dt="2025-06-06T07:55:38.679" v="3154" actId="26606"/>
          <ac:spMkLst>
            <pc:docMk/>
            <pc:sldMk cId="2581260794" sldId="4607"/>
            <ac:spMk id="3" creationId="{27A2960C-FD41-0143-850D-FD47B3CB5F9C}"/>
          </ac:spMkLst>
        </pc:spChg>
      </pc:sldChg>
      <pc:sldChg chg="addSp delSp modSp new mod setBg">
        <pc:chgData name="Noritsuna Imamura" userId="5b2da16fa1785921" providerId="LiveId" clId="{EB93CECE-D8B9-CA4F-99B4-05356C02CE6C}" dt="2025-06-08T05:44:56.305" v="4059" actId="14100"/>
        <pc:sldMkLst>
          <pc:docMk/>
          <pc:sldMk cId="3946653872" sldId="4608"/>
        </pc:sldMkLst>
        <pc:spChg chg="mod">
          <ac:chgData name="Noritsuna Imamura" userId="5b2da16fa1785921" providerId="LiveId" clId="{EB93CECE-D8B9-CA4F-99B4-05356C02CE6C}" dt="2025-06-06T07:55:58.478" v="3157" actId="26606"/>
          <ac:spMkLst>
            <pc:docMk/>
            <pc:sldMk cId="3946653872" sldId="4608"/>
            <ac:spMk id="2" creationId="{C2493A15-F9BA-7C79-45A4-498513CDB613}"/>
          </ac:spMkLst>
        </pc:spChg>
        <pc:spChg chg="mod">
          <ac:chgData name="Noritsuna Imamura" userId="5b2da16fa1785921" providerId="LiveId" clId="{EB93CECE-D8B9-CA4F-99B4-05356C02CE6C}" dt="2025-06-06T07:56:10.135" v="3166" actId="15"/>
          <ac:spMkLst>
            <pc:docMk/>
            <pc:sldMk cId="3946653872" sldId="4608"/>
            <ac:spMk id="3" creationId="{FEF28942-3A7C-B947-3AB0-D197762182F6}"/>
          </ac:spMkLst>
        </pc:spChg>
        <pc:spChg chg="add">
          <ac:chgData name="Noritsuna Imamura" userId="5b2da16fa1785921" providerId="LiveId" clId="{EB93CECE-D8B9-CA4F-99B4-05356C02CE6C}" dt="2025-06-06T07:55:58.478" v="3157" actId="26606"/>
          <ac:spMkLst>
            <pc:docMk/>
            <pc:sldMk cId="3946653872" sldId="4608"/>
            <ac:spMk id="9" creationId="{058A14AF-9FB5-4CC7-BA35-E8E85D3EDF0E}"/>
          </ac:spMkLst>
        </pc:spChg>
        <pc:spChg chg="add">
          <ac:chgData name="Noritsuna Imamura" userId="5b2da16fa1785921" providerId="LiveId" clId="{EB93CECE-D8B9-CA4F-99B4-05356C02CE6C}" dt="2025-06-06T07:55:58.478" v="3157" actId="26606"/>
          <ac:spMkLst>
            <pc:docMk/>
            <pc:sldMk cId="3946653872" sldId="4608"/>
            <ac:spMk id="11" creationId="{3A9A4357-BD1D-4622-A4FE-766E6AB8DE84}"/>
          </ac:spMkLst>
        </pc:spChg>
        <pc:spChg chg="add">
          <ac:chgData name="Noritsuna Imamura" userId="5b2da16fa1785921" providerId="LiveId" clId="{EB93CECE-D8B9-CA4F-99B4-05356C02CE6C}" dt="2025-06-06T07:55:58.478" v="3157" actId="26606"/>
          <ac:spMkLst>
            <pc:docMk/>
            <pc:sldMk cId="3946653872" sldId="4608"/>
            <ac:spMk id="13" creationId="{E659831F-0D9A-4C63-9EBB-8435B85A440F}"/>
          </ac:spMkLst>
        </pc:spChg>
        <pc:spChg chg="add">
          <ac:chgData name="Noritsuna Imamura" userId="5b2da16fa1785921" providerId="LiveId" clId="{EB93CECE-D8B9-CA4F-99B4-05356C02CE6C}" dt="2025-06-06T07:55:58.478" v="3157" actId="26606"/>
          <ac:spMkLst>
            <pc:docMk/>
            <pc:sldMk cId="3946653872" sldId="4608"/>
            <ac:spMk id="15" creationId="{E6995CE5-F890-4ABA-82A2-26507CE8D2A3}"/>
          </ac:spMkLst>
        </pc:spChg>
        <pc:picChg chg="add mod">
          <ac:chgData name="Noritsuna Imamura" userId="5b2da16fa1785921" providerId="LiveId" clId="{EB93CECE-D8B9-CA4F-99B4-05356C02CE6C}" dt="2025-06-08T05:44:56.305" v="4059" actId="14100"/>
          <ac:picMkLst>
            <pc:docMk/>
            <pc:sldMk cId="3946653872" sldId="4608"/>
            <ac:picMk id="4" creationId="{EA80A226-A060-F967-1CA5-E3382DC1E01A}"/>
          </ac:picMkLst>
        </pc:picChg>
      </pc:sldChg>
      <pc:sldChg chg="addSp delSp modSp new mod">
        <pc:chgData name="Noritsuna Imamura" userId="5b2da16fa1785921" providerId="LiveId" clId="{EB93CECE-D8B9-CA4F-99B4-05356C02CE6C}" dt="2025-06-07T04:38:44.713" v="3423" actId="1076"/>
        <pc:sldMkLst>
          <pc:docMk/>
          <pc:sldMk cId="1654858976" sldId="4609"/>
        </pc:sldMkLst>
        <pc:spChg chg="mod">
          <ac:chgData name="Noritsuna Imamura" userId="5b2da16fa1785921" providerId="LiveId" clId="{EB93CECE-D8B9-CA4F-99B4-05356C02CE6C}" dt="2025-06-07T04:38:34.636" v="3421" actId="26606"/>
          <ac:spMkLst>
            <pc:docMk/>
            <pc:sldMk cId="1654858976" sldId="4609"/>
            <ac:spMk id="2" creationId="{D1B2ED28-53E7-8CDB-D704-BEA9ABECDE4F}"/>
          </ac:spMkLst>
        </pc:spChg>
        <pc:spChg chg="add mod">
          <ac:chgData name="Noritsuna Imamura" userId="5b2da16fa1785921" providerId="LiveId" clId="{EB93CECE-D8B9-CA4F-99B4-05356C02CE6C}" dt="2025-06-07T04:38:44.713" v="3423" actId="1076"/>
          <ac:spMkLst>
            <pc:docMk/>
            <pc:sldMk cId="1654858976" sldId="4609"/>
            <ac:spMk id="4" creationId="{6A7203E2-1FDA-C3CD-F330-A693F197292A}"/>
          </ac:spMkLst>
        </pc:spChg>
        <pc:spChg chg="mod ord">
          <ac:chgData name="Noritsuna Imamura" userId="5b2da16fa1785921" providerId="LiveId" clId="{EB93CECE-D8B9-CA4F-99B4-05356C02CE6C}" dt="2025-06-07T04:38:34.636" v="3421" actId="26606"/>
          <ac:spMkLst>
            <pc:docMk/>
            <pc:sldMk cId="1654858976" sldId="4609"/>
            <ac:spMk id="27" creationId="{3C7F52E6-2BE2-3616-42CC-33F34755C5C4}"/>
          </ac:spMkLst>
        </pc:spChg>
        <pc:spChg chg="add">
          <ac:chgData name="Noritsuna Imamura" userId="5b2da16fa1785921" providerId="LiveId" clId="{EB93CECE-D8B9-CA4F-99B4-05356C02CE6C}" dt="2025-06-07T04:38:34.636" v="3421" actId="26606"/>
          <ac:spMkLst>
            <pc:docMk/>
            <pc:sldMk cId="1654858976" sldId="4609"/>
            <ac:spMk id="1066" creationId="{9A724DBA-D2D9-471E-8ED7-2015DDD950DF}"/>
          </ac:spMkLst>
        </pc:spChg>
        <pc:spChg chg="add">
          <ac:chgData name="Noritsuna Imamura" userId="5b2da16fa1785921" providerId="LiveId" clId="{EB93CECE-D8B9-CA4F-99B4-05356C02CE6C}" dt="2025-06-07T04:38:34.636" v="3421" actId="26606"/>
          <ac:spMkLst>
            <pc:docMk/>
            <pc:sldMk cId="1654858976" sldId="4609"/>
            <ac:spMk id="1068" creationId="{08980754-6F4B-43C9-B9BE-127B6BED6586}"/>
          </ac:spMkLst>
        </pc:spChg>
        <pc:spChg chg="add">
          <ac:chgData name="Noritsuna Imamura" userId="5b2da16fa1785921" providerId="LiveId" clId="{EB93CECE-D8B9-CA4F-99B4-05356C02CE6C}" dt="2025-06-07T04:38:34.636" v="3421" actId="26606"/>
          <ac:spMkLst>
            <pc:docMk/>
            <pc:sldMk cId="1654858976" sldId="4609"/>
            <ac:spMk id="1070" creationId="{2C1BBA94-3F40-40AA-8BB9-E69E25E537C1}"/>
          </ac:spMkLst>
        </pc:spChg>
        <pc:spChg chg="add">
          <ac:chgData name="Noritsuna Imamura" userId="5b2da16fa1785921" providerId="LiveId" clId="{EB93CECE-D8B9-CA4F-99B4-05356C02CE6C}" dt="2025-06-07T04:38:34.636" v="3421" actId="26606"/>
          <ac:spMkLst>
            <pc:docMk/>
            <pc:sldMk cId="1654858976" sldId="4609"/>
            <ac:spMk id="1074" creationId="{55222F96-971A-4F90-B841-6BAB416C7AC1}"/>
          </ac:spMkLst>
        </pc:spChg>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pChg chg="mod">
          <ac:chgData name="Noritsuna Imamura" userId="5b2da16fa1785921" providerId="LiveId" clId="{EB93CECE-D8B9-CA4F-99B4-05356C02CE6C}" dt="2025-06-10T09:40:35.035" v="4108" actId="20577"/>
          <ac:spMkLst>
            <pc:docMk/>
            <pc:sldMk cId="573700429" sldId="4610"/>
            <ac:spMk id="2" creationId="{78E7F675-52C6-9CF2-8F3C-44DAA0600512}"/>
          </ac:spMkLst>
        </pc:spChg>
        <pc:spChg chg="add">
          <ac:chgData name="Noritsuna Imamura" userId="5b2da16fa1785921" providerId="LiveId" clId="{EB93CECE-D8B9-CA4F-99B4-05356C02CE6C}" dt="2025-06-05T07:27:33.669" v="975" actId="26606"/>
          <ac:spMkLst>
            <pc:docMk/>
            <pc:sldMk cId="573700429" sldId="4610"/>
            <ac:spMk id="23" creationId="{053FB2EE-284F-4C87-AB3D-BBF87A9FAB97}"/>
          </ac:spMkLst>
        </pc:spChg>
        <pc:grpChg chg="add">
          <ac:chgData name="Noritsuna Imamura" userId="5b2da16fa1785921" providerId="LiveId" clId="{EB93CECE-D8B9-CA4F-99B4-05356C02CE6C}" dt="2025-06-05T07:27:33.669" v="975" actId="26606"/>
          <ac:grpSpMkLst>
            <pc:docMk/>
            <pc:sldMk cId="573700429" sldId="4610"/>
            <ac:grpSpMk id="18" creationId="{D2C4BFA1-2075-4901-9E24-E41D1FDD51FD}"/>
          </ac:grpSpMkLst>
        </pc:grpChg>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pChg chg="mod">
          <ac:chgData name="Noritsuna Imamura" userId="5b2da16fa1785921" providerId="LiveId" clId="{EB93CECE-D8B9-CA4F-99B4-05356C02CE6C}" dt="2025-06-06T06:50:47.330" v="2336" actId="20577"/>
          <ac:spMkLst>
            <pc:docMk/>
            <pc:sldMk cId="1681544700" sldId="4614"/>
            <ac:spMk id="2" creationId="{4E16D323-6846-0337-0D93-BA798A2217AD}"/>
          </ac:spMkLst>
        </pc:spChg>
        <pc:spChg chg="add">
          <ac:chgData name="Noritsuna Imamura" userId="5b2da16fa1785921" providerId="LiveId" clId="{EB93CECE-D8B9-CA4F-99B4-05356C02CE6C}" dt="2025-06-05T07:26:12.902" v="968" actId="26606"/>
          <ac:spMkLst>
            <pc:docMk/>
            <pc:sldMk cId="1681544700" sldId="4614"/>
            <ac:spMk id="23" creationId="{053FB2EE-284F-4C87-AB3D-BBF87A9FAB97}"/>
          </ac:spMkLst>
        </pc:spChg>
        <pc:grpChg chg="add">
          <ac:chgData name="Noritsuna Imamura" userId="5b2da16fa1785921" providerId="LiveId" clId="{EB93CECE-D8B9-CA4F-99B4-05356C02CE6C}" dt="2025-06-05T07:26:12.902" v="968" actId="26606"/>
          <ac:grpSpMkLst>
            <pc:docMk/>
            <pc:sldMk cId="1681544700" sldId="4614"/>
            <ac:grpSpMk id="24" creationId="{D2C4BFA1-2075-4901-9E24-E41D1FDD51FD}"/>
          </ac:grpSpMkLst>
        </pc:grpChg>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pChg chg="mod">
          <ac:chgData name="Noritsuna Imamura" userId="5b2da16fa1785921" providerId="LiveId" clId="{EB93CECE-D8B9-CA4F-99B4-05356C02CE6C}" dt="2025-06-05T07:26:50.940" v="971" actId="26606"/>
          <ac:spMkLst>
            <pc:docMk/>
            <pc:sldMk cId="664724381" sldId="4615"/>
            <ac:spMk id="2" creationId="{19BF331E-C233-D2F5-C94C-9346AC3F6261}"/>
          </ac:spMkLst>
        </pc:spChg>
        <pc:spChg chg="add">
          <ac:chgData name="Noritsuna Imamura" userId="5b2da16fa1785921" providerId="LiveId" clId="{EB93CECE-D8B9-CA4F-99B4-05356C02CE6C}" dt="2025-06-05T07:26:50.940" v="971" actId="26606"/>
          <ac:spMkLst>
            <pc:docMk/>
            <pc:sldMk cId="664724381" sldId="4615"/>
            <ac:spMk id="23" creationId="{053FB2EE-284F-4C87-AB3D-BBF87A9FAB97}"/>
          </ac:spMkLst>
        </pc:spChg>
        <pc:grpChg chg="add">
          <ac:chgData name="Noritsuna Imamura" userId="5b2da16fa1785921" providerId="LiveId" clId="{EB93CECE-D8B9-CA4F-99B4-05356C02CE6C}" dt="2025-06-05T07:26:50.940" v="971" actId="26606"/>
          <ac:grpSpMkLst>
            <pc:docMk/>
            <pc:sldMk cId="664724381" sldId="4615"/>
            <ac:grpSpMk id="18" creationId="{D2C4BFA1-2075-4901-9E24-E41D1FDD51FD}"/>
          </ac:grpSpMkLst>
        </pc:grpChg>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pChg chg="mod">
          <ac:chgData name="Noritsuna Imamura" userId="5b2da16fa1785921" providerId="LiveId" clId="{EB93CECE-D8B9-CA4F-99B4-05356C02CE6C}" dt="2025-06-05T10:01:36.652" v="1617" actId="20577"/>
          <ac:spMkLst>
            <pc:docMk/>
            <pc:sldMk cId="357661657" sldId="4617"/>
            <ac:spMk id="2" creationId="{BE5798ED-DD24-29E9-E92E-EE39C09030F6}"/>
          </ac:spMkLst>
        </pc:spChg>
      </pc:sldChg>
      <pc:sldChg chg="modSp add mod ord">
        <pc:chgData name="Noritsuna Imamura" userId="5b2da16fa1785921" providerId="LiveId" clId="{EB93CECE-D8B9-CA4F-99B4-05356C02CE6C}" dt="2025-06-05T07:32:54.412" v="1042" actId="20577"/>
        <pc:sldMkLst>
          <pc:docMk/>
          <pc:sldMk cId="1846036654" sldId="4618"/>
        </pc:sldMkLst>
        <pc:spChg chg="mod">
          <ac:chgData name="Noritsuna Imamura" userId="5b2da16fa1785921" providerId="LiveId" clId="{EB93CECE-D8B9-CA4F-99B4-05356C02CE6C}" dt="2025-06-05T07:32:54.412" v="1042" actId="20577"/>
          <ac:spMkLst>
            <pc:docMk/>
            <pc:sldMk cId="1846036654" sldId="4618"/>
            <ac:spMk id="2" creationId="{A3AA2887-249B-2760-A292-B51F5E0F12ED}"/>
          </ac:spMkLst>
        </pc:spChg>
      </pc:sldChg>
      <pc:sldChg chg="addSp modSp new mod setBg">
        <pc:chgData name="Noritsuna Imamura" userId="5b2da16fa1785921" providerId="LiveId" clId="{EB93CECE-D8B9-CA4F-99B4-05356C02CE6C}" dt="2025-06-05T10:12:15.583" v="1884" actId="20577"/>
        <pc:sldMkLst>
          <pc:docMk/>
          <pc:sldMk cId="4098519015" sldId="4619"/>
        </pc:sldMkLst>
        <pc:spChg chg="mod">
          <ac:chgData name="Noritsuna Imamura" userId="5b2da16fa1785921" providerId="LiveId" clId="{EB93CECE-D8B9-CA4F-99B4-05356C02CE6C}" dt="2025-06-05T10:02:28.934" v="1623" actId="26606"/>
          <ac:spMkLst>
            <pc:docMk/>
            <pc:sldMk cId="4098519015" sldId="4619"/>
            <ac:spMk id="2" creationId="{A324FEC2-3F5D-D2AD-D4AB-CFBAEC38EFAA}"/>
          </ac:spMkLst>
        </pc:spChg>
        <pc:spChg chg="mod ord">
          <ac:chgData name="Noritsuna Imamura" userId="5b2da16fa1785921" providerId="LiveId" clId="{EB93CECE-D8B9-CA4F-99B4-05356C02CE6C}" dt="2025-06-05T10:12:15.583" v="1884" actId="20577"/>
          <ac:spMkLst>
            <pc:docMk/>
            <pc:sldMk cId="4098519015" sldId="4619"/>
            <ac:spMk id="3" creationId="{1A4B8D82-CC70-F3A8-37AB-98E74D484E6A}"/>
          </ac:spMkLst>
        </pc:spChg>
        <pc:spChg chg="add">
          <ac:chgData name="Noritsuna Imamura" userId="5b2da16fa1785921" providerId="LiveId" clId="{EB93CECE-D8B9-CA4F-99B4-05356C02CE6C}" dt="2025-06-05T10:02:28.934" v="1623" actId="26606"/>
          <ac:spMkLst>
            <pc:docMk/>
            <pc:sldMk cId="4098519015" sldId="4619"/>
            <ac:spMk id="8201" creationId="{1022CA72-2A63-428F-B586-37BA5AB6D265}"/>
          </ac:spMkLst>
        </pc:spChg>
        <pc:spChg chg="add">
          <ac:chgData name="Noritsuna Imamura" userId="5b2da16fa1785921" providerId="LiveId" clId="{EB93CECE-D8B9-CA4F-99B4-05356C02CE6C}" dt="2025-06-05T10:02:28.934" v="1623" actId="26606"/>
          <ac:spMkLst>
            <pc:docMk/>
            <pc:sldMk cId="4098519015" sldId="4619"/>
            <ac:spMk id="8203" creationId="{95C8260E-968F-44E8-A823-ABB431311926}"/>
          </ac:spMkLst>
        </pc:spChg>
        <pc:spChg chg="add">
          <ac:chgData name="Noritsuna Imamura" userId="5b2da16fa1785921" providerId="LiveId" clId="{EB93CECE-D8B9-CA4F-99B4-05356C02CE6C}" dt="2025-06-05T10:02:28.934" v="1623" actId="26606"/>
          <ac:spMkLst>
            <pc:docMk/>
            <pc:sldMk cId="4098519015" sldId="4619"/>
            <ac:spMk id="8205" creationId="{2C1BBA94-3F40-40AA-8BB9-E69E25E537C1}"/>
          </ac:spMkLst>
        </pc:spChg>
        <pc:spChg chg="add">
          <ac:chgData name="Noritsuna Imamura" userId="5b2da16fa1785921" providerId="LiveId" clId="{EB93CECE-D8B9-CA4F-99B4-05356C02CE6C}" dt="2025-06-05T10:02:28.934" v="1623" actId="26606"/>
          <ac:spMkLst>
            <pc:docMk/>
            <pc:sldMk cId="4098519015" sldId="4619"/>
            <ac:spMk id="8207" creationId="{FE43805F-24A6-46A4-B19B-54F28347355C}"/>
          </ac:spMkLst>
        </pc:spChg>
        <pc:picChg chg="add mod">
          <ac:chgData name="Noritsuna Imamura" userId="5b2da16fa1785921" providerId="LiveId" clId="{EB93CECE-D8B9-CA4F-99B4-05356C02CE6C}" dt="2025-06-05T10:02:28.934" v="1623" actId="26606"/>
          <ac:picMkLst>
            <pc:docMk/>
            <pc:sldMk cId="4098519015" sldId="4619"/>
            <ac:picMk id="8194" creationId="{827C6487-285B-E4BA-E54A-7DE980260067}"/>
          </ac:picMkLst>
        </pc:picChg>
        <pc:picChg chg="add mod">
          <ac:chgData name="Noritsuna Imamura" userId="5b2da16fa1785921" providerId="LiveId" clId="{EB93CECE-D8B9-CA4F-99B4-05356C02CE6C}" dt="2025-06-05T10:02:28.934" v="1623" actId="26606"/>
          <ac:picMkLst>
            <pc:docMk/>
            <pc:sldMk cId="4098519015" sldId="4619"/>
            <ac:picMk id="8196" creationId="{BBD68353-6A0D-AFC7-6F3F-216166F147A5}"/>
          </ac:picMkLst>
        </pc:picChg>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pChg chg="mod">
          <ac:chgData name="Noritsuna Imamura" userId="5b2da16fa1785921" providerId="LiveId" clId="{EB93CECE-D8B9-CA4F-99B4-05356C02CE6C}" dt="2025-06-05T10:05:53.813" v="1758"/>
          <ac:spMkLst>
            <pc:docMk/>
            <pc:sldMk cId="924703756" sldId="4621"/>
            <ac:spMk id="2" creationId="{D5B6909B-3FCC-12A5-F9A4-72E96901946F}"/>
          </ac:spMkLst>
        </pc:spChg>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pChg chg="mod">
          <ac:chgData name="Noritsuna Imamura" userId="5b2da16fa1785921" providerId="LiveId" clId="{EB93CECE-D8B9-CA4F-99B4-05356C02CE6C}" dt="2025-06-06T07:57:26.817" v="3169" actId="26606"/>
          <ac:spMkLst>
            <pc:docMk/>
            <pc:sldMk cId="1297416124" sldId="4623"/>
            <ac:spMk id="2" creationId="{77317F2E-9148-BC51-CBEE-C686B059A6BC}"/>
          </ac:spMkLst>
        </pc:spChg>
        <pc:spChg chg="mod">
          <ac:chgData name="Noritsuna Imamura" userId="5b2da16fa1785921" providerId="LiveId" clId="{EB93CECE-D8B9-CA4F-99B4-05356C02CE6C}" dt="2025-06-06T08:00:03.805" v="3197" actId="207"/>
          <ac:spMkLst>
            <pc:docMk/>
            <pc:sldMk cId="1297416124" sldId="4623"/>
            <ac:spMk id="3" creationId="{F05D31CB-B8CF-78FE-65CF-319F51112CE6}"/>
          </ac:spMkLst>
        </pc:spChg>
        <pc:spChg chg="add">
          <ac:chgData name="Noritsuna Imamura" userId="5b2da16fa1785921" providerId="LiveId" clId="{EB93CECE-D8B9-CA4F-99B4-05356C02CE6C}" dt="2025-06-06T07:57:26.817" v="3169" actId="26606"/>
          <ac:spMkLst>
            <pc:docMk/>
            <pc:sldMk cId="1297416124" sldId="4623"/>
            <ac:spMk id="9236" creationId="{201CC55D-ED54-4C5C-95E6-10947BD1103B}"/>
          </ac:spMkLst>
        </pc:spChg>
        <pc:spChg chg="add">
          <ac:chgData name="Noritsuna Imamura" userId="5b2da16fa1785921" providerId="LiveId" clId="{EB93CECE-D8B9-CA4F-99B4-05356C02CE6C}" dt="2025-06-06T07:57:26.817" v="3169" actId="26606"/>
          <ac:spMkLst>
            <pc:docMk/>
            <pc:sldMk cId="1297416124" sldId="4623"/>
            <ac:spMk id="9244" creationId="{C13237C8-E62C-4F0D-A318-BD6FB6C2D138}"/>
          </ac:spMkLst>
        </pc:spChg>
        <pc:spChg chg="add">
          <ac:chgData name="Noritsuna Imamura" userId="5b2da16fa1785921" providerId="LiveId" clId="{EB93CECE-D8B9-CA4F-99B4-05356C02CE6C}" dt="2025-06-06T07:57:26.817" v="3169" actId="26606"/>
          <ac:spMkLst>
            <pc:docMk/>
            <pc:sldMk cId="1297416124" sldId="4623"/>
            <ac:spMk id="9246" creationId="{19C9EAEA-39D0-4B0E-A0EB-51E7B26740B1}"/>
          </ac:spMkLst>
        </pc:spChg>
        <pc:picChg chg="add mod">
          <ac:chgData name="Noritsuna Imamura" userId="5b2da16fa1785921" providerId="LiveId" clId="{EB93CECE-D8B9-CA4F-99B4-05356C02CE6C}" dt="2025-06-05T10:08:04.292" v="1766" actId="26606"/>
          <ac:picMkLst>
            <pc:docMk/>
            <pc:sldMk cId="1297416124" sldId="4623"/>
            <ac:picMk id="9218" creationId="{83866457-9067-F54A-5442-DDF0173E411A}"/>
          </ac:picMkLst>
        </pc:picChg>
      </pc:sldChg>
      <pc:sldChg chg="addSp delSp modSp new mod setBg">
        <pc:chgData name="Noritsuna Imamura" userId="5b2da16fa1785921" providerId="LiveId" clId="{EB93CECE-D8B9-CA4F-99B4-05356C02CE6C}" dt="2025-06-05T10:12:59.389" v="1914" actId="20577"/>
        <pc:sldMkLst>
          <pc:docMk/>
          <pc:sldMk cId="4034993615" sldId="4624"/>
        </pc:sldMkLst>
        <pc:spChg chg="mod">
          <ac:chgData name="Noritsuna Imamura" userId="5b2da16fa1785921" providerId="LiveId" clId="{EB93CECE-D8B9-CA4F-99B4-05356C02CE6C}" dt="2025-06-05T10:09:15.758" v="1788" actId="26606"/>
          <ac:spMkLst>
            <pc:docMk/>
            <pc:sldMk cId="4034993615" sldId="4624"/>
            <ac:spMk id="2" creationId="{4C29D169-CA80-375D-E245-29C7B94CDF75}"/>
          </ac:spMkLst>
        </pc:spChg>
        <pc:spChg chg="mod ord">
          <ac:chgData name="Noritsuna Imamura" userId="5b2da16fa1785921" providerId="LiveId" clId="{EB93CECE-D8B9-CA4F-99B4-05356C02CE6C}" dt="2025-06-05T10:12:59.389" v="1914" actId="20577"/>
          <ac:spMkLst>
            <pc:docMk/>
            <pc:sldMk cId="4034993615" sldId="4624"/>
            <ac:spMk id="3" creationId="{4E3E5C67-7337-8B2E-B8BB-A1CA310F2E1C}"/>
          </ac:spMkLst>
        </pc:spChg>
        <pc:spChg chg="add">
          <ac:chgData name="Noritsuna Imamura" userId="5b2da16fa1785921" providerId="LiveId" clId="{EB93CECE-D8B9-CA4F-99B4-05356C02CE6C}" dt="2025-06-05T10:09:28.527" v="1789" actId="26606"/>
          <ac:spMkLst>
            <pc:docMk/>
            <pc:sldMk cId="4034993615" sldId="4624"/>
            <ac:spMk id="10260" creationId="{1022CA72-2A63-428F-B586-37BA5AB6D265}"/>
          </ac:spMkLst>
        </pc:spChg>
        <pc:spChg chg="add">
          <ac:chgData name="Noritsuna Imamura" userId="5b2da16fa1785921" providerId="LiveId" clId="{EB93CECE-D8B9-CA4F-99B4-05356C02CE6C}" dt="2025-06-05T10:09:28.527" v="1789" actId="26606"/>
          <ac:spMkLst>
            <pc:docMk/>
            <pc:sldMk cId="4034993615" sldId="4624"/>
            <ac:spMk id="10262" creationId="{95C8260E-968F-44E8-A823-ABB431311926}"/>
          </ac:spMkLst>
        </pc:spChg>
        <pc:spChg chg="add">
          <ac:chgData name="Noritsuna Imamura" userId="5b2da16fa1785921" providerId="LiveId" clId="{EB93CECE-D8B9-CA4F-99B4-05356C02CE6C}" dt="2025-06-05T10:09:28.527" v="1789" actId="26606"/>
          <ac:spMkLst>
            <pc:docMk/>
            <pc:sldMk cId="4034993615" sldId="4624"/>
            <ac:spMk id="10264" creationId="{2C1BBA94-3F40-40AA-8BB9-E69E25E537C1}"/>
          </ac:spMkLst>
        </pc:spChg>
        <pc:spChg chg="add">
          <ac:chgData name="Noritsuna Imamura" userId="5b2da16fa1785921" providerId="LiveId" clId="{EB93CECE-D8B9-CA4F-99B4-05356C02CE6C}" dt="2025-06-05T10:09:28.527" v="1789" actId="26606"/>
          <ac:spMkLst>
            <pc:docMk/>
            <pc:sldMk cId="4034993615" sldId="4624"/>
            <ac:spMk id="10266" creationId="{FE43805F-24A6-46A4-B19B-54F28347355C}"/>
          </ac:spMkLst>
        </pc:spChg>
        <pc:picChg chg="add mod ord">
          <ac:chgData name="Noritsuna Imamura" userId="5b2da16fa1785921" providerId="LiveId" clId="{EB93CECE-D8B9-CA4F-99B4-05356C02CE6C}" dt="2025-06-05T10:09:48.967" v="1794" actId="1076"/>
          <ac:picMkLst>
            <pc:docMk/>
            <pc:sldMk cId="4034993615" sldId="4624"/>
            <ac:picMk id="10242" creationId="{D49A20D5-5814-9B2E-67C4-25FB3D9F9DD6}"/>
          </ac:picMkLst>
        </pc:picChg>
        <pc:picChg chg="add mod">
          <ac:chgData name="Noritsuna Imamura" userId="5b2da16fa1785921" providerId="LiveId" clId="{EB93CECE-D8B9-CA4F-99B4-05356C02CE6C}" dt="2025-06-05T10:09:47.348" v="1793" actId="1076"/>
          <ac:picMkLst>
            <pc:docMk/>
            <pc:sldMk cId="4034993615" sldId="4624"/>
            <ac:picMk id="10244" creationId="{9F296A29-CC24-F2CE-BD20-C78A8EAFA442}"/>
          </ac:picMkLst>
        </pc:picChg>
      </pc:sldChg>
      <pc:sldChg chg="addSp delSp modSp mod setBg">
        <pc:chgData name="Noritsuna Imamura" userId="5b2da16fa1785921" providerId="LiveId" clId="{EB93CECE-D8B9-CA4F-99B4-05356C02CE6C}" dt="2025-06-07T04:20:21.366" v="3248" actId="1038"/>
        <pc:sldMkLst>
          <pc:docMk/>
          <pc:sldMk cId="452744803" sldId="4626"/>
        </pc:sldMkLst>
        <pc:spChg chg="mod">
          <ac:chgData name="Noritsuna Imamura" userId="5b2da16fa1785921" providerId="LiveId" clId="{EB93CECE-D8B9-CA4F-99B4-05356C02CE6C}" dt="2025-06-07T04:20:01.479" v="3229" actId="26606"/>
          <ac:spMkLst>
            <pc:docMk/>
            <pc:sldMk cId="452744803" sldId="4626"/>
            <ac:spMk id="2" creationId="{E26FBAD3-D315-3A07-1D55-84375F10EA0B}"/>
          </ac:spMkLst>
        </pc:spChg>
        <pc:spChg chg="mod">
          <ac:chgData name="Noritsuna Imamura" userId="5b2da16fa1785921" providerId="LiveId" clId="{EB93CECE-D8B9-CA4F-99B4-05356C02CE6C}" dt="2025-06-07T04:20:01.479" v="3229" actId="26606"/>
          <ac:spMkLst>
            <pc:docMk/>
            <pc:sldMk cId="452744803" sldId="4626"/>
            <ac:spMk id="3" creationId="{B972D751-1BDF-69EA-5EE3-24D8920E2527}"/>
          </ac:spMkLst>
        </pc:spChg>
        <pc:spChg chg="add mod">
          <ac:chgData name="Noritsuna Imamura" userId="5b2da16fa1785921" providerId="LiveId" clId="{EB93CECE-D8B9-CA4F-99B4-05356C02CE6C}" dt="2025-06-07T04:20:21.366" v="3248" actId="1038"/>
          <ac:spMkLst>
            <pc:docMk/>
            <pc:sldMk cId="452744803" sldId="4626"/>
            <ac:spMk id="5" creationId="{7B1EE0C4-26B3-2DAC-242E-301D7E4E44AE}"/>
          </ac:spMkLst>
        </pc:spChg>
        <pc:spChg chg="add">
          <ac:chgData name="Noritsuna Imamura" userId="5b2da16fa1785921" providerId="LiveId" clId="{EB93CECE-D8B9-CA4F-99B4-05356C02CE6C}" dt="2025-06-07T04:20:01.479" v="3229" actId="26606"/>
          <ac:spMkLst>
            <pc:docMk/>
            <pc:sldMk cId="452744803" sldId="4626"/>
            <ac:spMk id="33" creationId="{058A14AF-9FB5-4CC7-BA35-E8E85D3EDF0E}"/>
          </ac:spMkLst>
        </pc:spChg>
        <pc:spChg chg="add">
          <ac:chgData name="Noritsuna Imamura" userId="5b2da16fa1785921" providerId="LiveId" clId="{EB93CECE-D8B9-CA4F-99B4-05356C02CE6C}" dt="2025-06-07T04:20:01.479" v="3229" actId="26606"/>
          <ac:spMkLst>
            <pc:docMk/>
            <pc:sldMk cId="452744803" sldId="4626"/>
            <ac:spMk id="35" creationId="{3A9A4357-BD1D-4622-A4FE-766E6AB8DE84}"/>
          </ac:spMkLst>
        </pc:spChg>
        <pc:spChg chg="add">
          <ac:chgData name="Noritsuna Imamura" userId="5b2da16fa1785921" providerId="LiveId" clId="{EB93CECE-D8B9-CA4F-99B4-05356C02CE6C}" dt="2025-06-07T04:20:01.479" v="3229" actId="26606"/>
          <ac:spMkLst>
            <pc:docMk/>
            <pc:sldMk cId="452744803" sldId="4626"/>
            <ac:spMk id="37" creationId="{E659831F-0D9A-4C63-9EBB-8435B85A440F}"/>
          </ac:spMkLst>
        </pc:spChg>
        <pc:spChg chg="add">
          <ac:chgData name="Noritsuna Imamura" userId="5b2da16fa1785921" providerId="LiveId" clId="{EB93CECE-D8B9-CA4F-99B4-05356C02CE6C}" dt="2025-06-07T04:20:01.479" v="3229" actId="26606"/>
          <ac:spMkLst>
            <pc:docMk/>
            <pc:sldMk cId="452744803" sldId="4626"/>
            <ac:spMk id="39" creationId="{E6995CE5-F890-4ABA-82A2-26507CE8D2A3}"/>
          </ac:spMkLst>
        </pc:spChg>
        <pc:picChg chg="add mod">
          <ac:chgData name="Noritsuna Imamura" userId="5b2da16fa1785921" providerId="LiveId" clId="{EB93CECE-D8B9-CA4F-99B4-05356C02CE6C}" dt="2025-06-07T04:20:01.479" v="3229" actId="26606"/>
          <ac:picMkLst>
            <pc:docMk/>
            <pc:sldMk cId="452744803" sldId="4626"/>
            <ac:picMk id="4" creationId="{C93E1635-2307-FA80-E0A4-20134268F916}"/>
          </ac:picMkLst>
        </pc:picChg>
      </pc:sldChg>
      <pc:sldChg chg="addSp delSp modSp new mod setBg">
        <pc:chgData name="Noritsuna Imamura" userId="5b2da16fa1785921" providerId="LiveId" clId="{EB93CECE-D8B9-CA4F-99B4-05356C02CE6C}" dt="2025-06-06T07:11:31.007" v="2761" actId="20577"/>
        <pc:sldMkLst>
          <pc:docMk/>
          <pc:sldMk cId="630207716" sldId="4628"/>
        </pc:sldMkLst>
        <pc:spChg chg="mod">
          <ac:chgData name="Noritsuna Imamura" userId="5b2da16fa1785921" providerId="LiveId" clId="{EB93CECE-D8B9-CA4F-99B4-05356C02CE6C}" dt="2025-06-06T07:02:00.963" v="2521" actId="26606"/>
          <ac:spMkLst>
            <pc:docMk/>
            <pc:sldMk cId="630207716" sldId="4628"/>
            <ac:spMk id="2" creationId="{2B325085-A72F-3E88-6C36-DA5D8A94BFF1}"/>
          </ac:spMkLst>
        </pc:spChg>
        <pc:spChg chg="mod">
          <ac:chgData name="Noritsuna Imamura" userId="5b2da16fa1785921" providerId="LiveId" clId="{EB93CECE-D8B9-CA4F-99B4-05356C02CE6C}" dt="2025-06-06T07:11:31.007" v="2761" actId="20577"/>
          <ac:spMkLst>
            <pc:docMk/>
            <pc:sldMk cId="630207716" sldId="4628"/>
            <ac:spMk id="3" creationId="{BCE79163-36C7-0FCC-A02B-E12C64DE42A2}"/>
          </ac:spMkLst>
        </pc:spChg>
        <pc:spChg chg="add">
          <ac:chgData name="Noritsuna Imamura" userId="5b2da16fa1785921" providerId="LiveId" clId="{EB93CECE-D8B9-CA4F-99B4-05356C02CE6C}" dt="2025-06-06T07:02:00.963" v="2521" actId="26606"/>
          <ac:spMkLst>
            <pc:docMk/>
            <pc:sldMk cId="630207716" sldId="4628"/>
            <ac:spMk id="14" creationId="{201CC55D-ED54-4C5C-95E6-10947BD1103B}"/>
          </ac:spMkLst>
        </pc:spChg>
        <pc:spChg chg="add">
          <ac:chgData name="Noritsuna Imamura" userId="5b2da16fa1785921" providerId="LiveId" clId="{EB93CECE-D8B9-CA4F-99B4-05356C02CE6C}" dt="2025-06-06T07:02:00.963" v="2521" actId="26606"/>
          <ac:spMkLst>
            <pc:docMk/>
            <pc:sldMk cId="630207716" sldId="4628"/>
            <ac:spMk id="15" creationId="{3873B707-463F-40B0-8227-E8CC6C67EB25}"/>
          </ac:spMkLst>
        </pc:spChg>
        <pc:spChg chg="add">
          <ac:chgData name="Noritsuna Imamura" userId="5b2da16fa1785921" providerId="LiveId" clId="{EB93CECE-D8B9-CA4F-99B4-05356C02CE6C}" dt="2025-06-06T07:02:00.963" v="2521" actId="26606"/>
          <ac:spMkLst>
            <pc:docMk/>
            <pc:sldMk cId="630207716" sldId="4628"/>
            <ac:spMk id="17" creationId="{C13237C8-E62C-4F0D-A318-BD6FB6C2D138}"/>
          </ac:spMkLst>
        </pc:spChg>
        <pc:spChg chg="add">
          <ac:chgData name="Noritsuna Imamura" userId="5b2da16fa1785921" providerId="LiveId" clId="{EB93CECE-D8B9-CA4F-99B4-05356C02CE6C}" dt="2025-06-06T07:02:00.963" v="2521" actId="26606"/>
          <ac:spMkLst>
            <pc:docMk/>
            <pc:sldMk cId="630207716" sldId="4628"/>
            <ac:spMk id="19" creationId="{19C9EAEA-39D0-4B0E-A0EB-51E7B26740B1}"/>
          </ac:spMkLst>
        </pc:spChg>
        <pc:grpChg chg="add">
          <ac:chgData name="Noritsuna Imamura" userId="5b2da16fa1785921" providerId="LiveId" clId="{EB93CECE-D8B9-CA4F-99B4-05356C02CE6C}" dt="2025-06-06T07:02:00.963" v="2521" actId="26606"/>
          <ac:grpSpMkLst>
            <pc:docMk/>
            <pc:sldMk cId="630207716" sldId="4628"/>
            <ac:grpSpMk id="16" creationId="{1DE889C7-FAD6-4397-98E2-05D503484459}"/>
          </ac:grpSpMkLst>
        </pc:grpChg>
        <pc:picChg chg="add mod">
          <ac:chgData name="Noritsuna Imamura" userId="5b2da16fa1785921" providerId="LiveId" clId="{EB93CECE-D8B9-CA4F-99B4-05356C02CE6C}" dt="2025-06-06T07:02:00.963" v="2521" actId="26606"/>
          <ac:picMkLst>
            <pc:docMk/>
            <pc:sldMk cId="630207716" sldId="4628"/>
            <ac:picMk id="4" creationId="{702A0190-81DC-1471-7410-E4B167FA1CAE}"/>
          </ac:picMkLst>
        </pc:picChg>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pChg chg="mod">
          <ac:chgData name="Noritsuna Imamura" userId="5b2da16fa1785921" providerId="LiveId" clId="{EB93CECE-D8B9-CA4F-99B4-05356C02CE6C}" dt="2025-06-06T07:41:21.207" v="3055" actId="1076"/>
          <ac:spMkLst>
            <pc:docMk/>
            <pc:sldMk cId="2981759605" sldId="4630"/>
            <ac:spMk id="6" creationId="{6837315B-AF98-954B-F6CF-1B0487603366}"/>
          </ac:spMkLst>
        </pc:spChg>
        <pc:spChg chg="add">
          <ac:chgData name="Noritsuna Imamura" userId="5b2da16fa1785921" providerId="LiveId" clId="{EB93CECE-D8B9-CA4F-99B4-05356C02CE6C}" dt="2025-06-06T07:39:40.331" v="3044" actId="26606"/>
          <ac:spMkLst>
            <pc:docMk/>
            <pc:sldMk cId="2981759605" sldId="4630"/>
            <ac:spMk id="8" creationId="{4DA718D0-4865-4629-8134-44F68D41D574}"/>
          </ac:spMkLst>
        </pc:spChg>
        <pc:spChg chg="add mod">
          <ac:chgData name="Noritsuna Imamura" userId="5b2da16fa1785921" providerId="LiveId" clId="{EB93CECE-D8B9-CA4F-99B4-05356C02CE6C}" dt="2025-06-06T07:41:14.849" v="3054"/>
          <ac:spMkLst>
            <pc:docMk/>
            <pc:sldMk cId="2981759605" sldId="4630"/>
            <ac:spMk id="13" creationId="{0443625D-F6DD-9186-12D6-FD1442B875DD}"/>
          </ac:spMkLst>
        </pc:spChg>
        <pc:spChg chg="add">
          <ac:chgData name="Noritsuna Imamura" userId="5b2da16fa1785921" providerId="LiveId" clId="{EB93CECE-D8B9-CA4F-99B4-05356C02CE6C}" dt="2025-06-06T07:39:40.331" v="3044" actId="26606"/>
          <ac:spMkLst>
            <pc:docMk/>
            <pc:sldMk cId="2981759605" sldId="4630"/>
            <ac:spMk id="14" creationId="{CBC4F608-B4B8-48C3-9572-C0F061B1CD99}"/>
          </ac:spMkLst>
        </pc:spChg>
        <pc:spChg chg="add mod">
          <ac:chgData name="Noritsuna Imamura" userId="5b2da16fa1785921" providerId="LiveId" clId="{EB93CECE-D8B9-CA4F-99B4-05356C02CE6C}" dt="2025-06-06T07:41:14.849" v="3054"/>
          <ac:spMkLst>
            <pc:docMk/>
            <pc:sldMk cId="2981759605" sldId="4630"/>
            <ac:spMk id="16" creationId="{9C7B8FBC-3EEB-AF90-5E89-779C2F1CEBDE}"/>
          </ac:spMkLst>
        </pc:spChg>
        <pc:spChg chg="add mod">
          <ac:chgData name="Noritsuna Imamura" userId="5b2da16fa1785921" providerId="LiveId" clId="{EB93CECE-D8B9-CA4F-99B4-05356C02CE6C}" dt="2025-06-06T07:41:14.849" v="3054"/>
          <ac:spMkLst>
            <pc:docMk/>
            <pc:sldMk cId="2981759605" sldId="4630"/>
            <ac:spMk id="20" creationId="{40E09B05-B06D-F79F-482E-4E8FE0DCAA7D}"/>
          </ac:spMkLst>
        </pc:spChg>
        <pc:spChg chg="add mod">
          <ac:chgData name="Noritsuna Imamura" userId="5b2da16fa1785921" providerId="LiveId" clId="{EB93CECE-D8B9-CA4F-99B4-05356C02CE6C}" dt="2025-06-06T07:41:14.849" v="3054"/>
          <ac:spMkLst>
            <pc:docMk/>
            <pc:sldMk cId="2981759605" sldId="4630"/>
            <ac:spMk id="25" creationId="{78B6612F-3196-C9C3-0D41-3308BB0185E5}"/>
          </ac:spMkLst>
        </pc:spChg>
        <pc:spChg chg="add mod">
          <ac:chgData name="Noritsuna Imamura" userId="5b2da16fa1785921" providerId="LiveId" clId="{EB93CECE-D8B9-CA4F-99B4-05356C02CE6C}" dt="2025-06-06T07:41:14.849" v="3054"/>
          <ac:spMkLst>
            <pc:docMk/>
            <pc:sldMk cId="2981759605" sldId="4630"/>
            <ac:spMk id="27" creationId="{5A695C20-262D-0DDD-5BEE-7FFD386FCFD0}"/>
          </ac:spMkLst>
        </pc:spChg>
        <pc:spChg chg="add mod">
          <ac:chgData name="Noritsuna Imamura" userId="5b2da16fa1785921" providerId="LiveId" clId="{EB93CECE-D8B9-CA4F-99B4-05356C02CE6C}" dt="2025-06-06T07:41:14.849" v="3054"/>
          <ac:spMkLst>
            <pc:docMk/>
            <pc:sldMk cId="2981759605" sldId="4630"/>
            <ac:spMk id="28" creationId="{A29E9952-1023-B4E9-1EF0-36D232FD0404}"/>
          </ac:spMkLst>
        </pc:spChg>
        <pc:spChg chg="add mod">
          <ac:chgData name="Noritsuna Imamura" userId="5b2da16fa1785921" providerId="LiveId" clId="{EB93CECE-D8B9-CA4F-99B4-05356C02CE6C}" dt="2025-06-06T07:41:14.849" v="3054"/>
          <ac:spMkLst>
            <pc:docMk/>
            <pc:sldMk cId="2981759605" sldId="4630"/>
            <ac:spMk id="34" creationId="{CE8FBB27-A95C-748E-0417-9C31EE5984D1}"/>
          </ac:spMkLst>
        </pc:spChg>
        <pc:spChg chg="add mod">
          <ac:chgData name="Noritsuna Imamura" userId="5b2da16fa1785921" providerId="LiveId" clId="{EB93CECE-D8B9-CA4F-99B4-05356C02CE6C}" dt="2025-06-06T07:41:14.849" v="3054"/>
          <ac:spMkLst>
            <pc:docMk/>
            <pc:sldMk cId="2981759605" sldId="4630"/>
            <ac:spMk id="36" creationId="{2D646DF3-9AD1-94DA-B8E8-D02F0E1E4277}"/>
          </ac:spMkLst>
        </pc:spChg>
        <pc:spChg chg="add mod">
          <ac:chgData name="Noritsuna Imamura" userId="5b2da16fa1785921" providerId="LiveId" clId="{EB93CECE-D8B9-CA4F-99B4-05356C02CE6C}" dt="2025-06-06T07:41:14.849" v="3054"/>
          <ac:spMkLst>
            <pc:docMk/>
            <pc:sldMk cId="2981759605" sldId="4630"/>
            <ac:spMk id="39" creationId="{ACEE034B-CFAF-A9B7-177A-4C5C9531AF70}"/>
          </ac:spMkLst>
        </pc:spChg>
        <pc:grpChg chg="add">
          <ac:chgData name="Noritsuna Imamura" userId="5b2da16fa1785921" providerId="LiveId" clId="{EB93CECE-D8B9-CA4F-99B4-05356C02CE6C}" dt="2025-06-06T07:39:40.331" v="3044" actId="26606"/>
          <ac:grpSpMkLst>
            <pc:docMk/>
            <pc:sldMk cId="2981759605" sldId="4630"/>
            <ac:grpSpMk id="10" creationId="{65167ED7-6315-43AB-B1B6-C326D5FD8F84}"/>
          </ac:grpSpMkLst>
        </pc:grpChg>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pChg chg="mod">
          <ac:chgData name="Noritsuna Imamura" userId="5b2da16fa1785921" providerId="LiveId" clId="{EB93CECE-D8B9-CA4F-99B4-05356C02CE6C}" dt="2025-06-06T07:42:50.672" v="3072" actId="1076"/>
          <ac:spMkLst>
            <pc:docMk/>
            <pc:sldMk cId="1742051783" sldId="4632"/>
            <ac:spMk id="2" creationId="{75FDB955-9F0D-9380-212D-130234EEBD0B}"/>
          </ac:spMkLst>
        </pc:spChg>
        <pc:spChg chg="add mod">
          <ac:chgData name="Noritsuna Imamura" userId="5b2da16fa1785921" providerId="LiveId" clId="{EB93CECE-D8B9-CA4F-99B4-05356C02CE6C}" dt="2025-06-06T07:40:49.387" v="3052"/>
          <ac:spMkLst>
            <pc:docMk/>
            <pc:sldMk cId="1742051783" sldId="4632"/>
            <ac:spMk id="4" creationId="{38D1055D-F085-1EF2-E02A-457014584F50}"/>
          </ac:spMkLst>
        </pc:spChg>
        <pc:spChg chg="add mod">
          <ac:chgData name="Noritsuna Imamura" userId="5b2da16fa1785921" providerId="LiveId" clId="{EB93CECE-D8B9-CA4F-99B4-05356C02CE6C}" dt="2025-06-06T07:40:49.387" v="3052"/>
          <ac:spMkLst>
            <pc:docMk/>
            <pc:sldMk cId="1742051783" sldId="4632"/>
            <ac:spMk id="9" creationId="{3C175207-05EB-2CC0-5C59-EEF402A37C76}"/>
          </ac:spMkLst>
        </pc:spChg>
        <pc:spChg chg="add mod">
          <ac:chgData name="Noritsuna Imamura" userId="5b2da16fa1785921" providerId="LiveId" clId="{EB93CECE-D8B9-CA4F-99B4-05356C02CE6C}" dt="2025-06-06T07:40:49.387" v="3052"/>
          <ac:spMkLst>
            <pc:docMk/>
            <pc:sldMk cId="1742051783" sldId="4632"/>
            <ac:spMk id="15" creationId="{A4DDBF69-503F-5F44-F0D0-603F95ADABFF}"/>
          </ac:spMkLst>
        </pc:spChg>
        <pc:spChg chg="add mod">
          <ac:chgData name="Noritsuna Imamura" userId="5b2da16fa1785921" providerId="LiveId" clId="{EB93CECE-D8B9-CA4F-99B4-05356C02CE6C}" dt="2025-06-06T07:40:49.387" v="3052"/>
          <ac:spMkLst>
            <pc:docMk/>
            <pc:sldMk cId="1742051783" sldId="4632"/>
            <ac:spMk id="21" creationId="{32989D9D-6DF8-FE44-7D99-014C1442FA63}"/>
          </ac:spMkLst>
        </pc:spChg>
        <pc:spChg chg="add mod">
          <ac:chgData name="Noritsuna Imamura" userId="5b2da16fa1785921" providerId="LiveId" clId="{EB93CECE-D8B9-CA4F-99B4-05356C02CE6C}" dt="2025-06-06T07:40:49.387" v="3052"/>
          <ac:spMkLst>
            <pc:docMk/>
            <pc:sldMk cId="1742051783" sldId="4632"/>
            <ac:spMk id="33" creationId="{F8580C8B-1D55-34C7-F27B-458356644361}"/>
          </ac:spMkLst>
        </pc:spChg>
        <pc:spChg chg="add mod">
          <ac:chgData name="Noritsuna Imamura" userId="5b2da16fa1785921" providerId="LiveId" clId="{EB93CECE-D8B9-CA4F-99B4-05356C02CE6C}" dt="2025-06-06T07:40:49.387" v="3052"/>
          <ac:spMkLst>
            <pc:docMk/>
            <pc:sldMk cId="1742051783" sldId="4632"/>
            <ac:spMk id="39" creationId="{AAA29733-2F22-8529-624F-3BAF44DE72A7}"/>
          </ac:spMkLst>
        </pc:spChg>
        <pc:spChg chg="add mod">
          <ac:chgData name="Noritsuna Imamura" userId="5b2da16fa1785921" providerId="LiveId" clId="{EB93CECE-D8B9-CA4F-99B4-05356C02CE6C}" dt="2025-06-06T07:40:49.387" v="3052"/>
          <ac:spMkLst>
            <pc:docMk/>
            <pc:sldMk cId="1742051783" sldId="4632"/>
            <ac:spMk id="44" creationId="{31F32803-596A-D86A-4DF8-961A6408F130}"/>
          </ac:spMkLst>
        </pc:spChg>
        <pc:spChg chg="add mod">
          <ac:chgData name="Noritsuna Imamura" userId="5b2da16fa1785921" providerId="LiveId" clId="{EB93CECE-D8B9-CA4F-99B4-05356C02CE6C}" dt="2025-06-06T07:40:49.387" v="3052"/>
          <ac:spMkLst>
            <pc:docMk/>
            <pc:sldMk cId="1742051783" sldId="4632"/>
            <ac:spMk id="45" creationId="{E80CFCE2-C48D-73F2-553C-C7A393EF1269}"/>
          </ac:spMkLst>
        </pc:spChg>
        <pc:spChg chg="add mod">
          <ac:chgData name="Noritsuna Imamura" userId="5b2da16fa1785921" providerId="LiveId" clId="{EB93CECE-D8B9-CA4F-99B4-05356C02CE6C}" dt="2025-06-06T07:40:49.387" v="3052"/>
          <ac:spMkLst>
            <pc:docMk/>
            <pc:sldMk cId="1742051783" sldId="4632"/>
            <ac:spMk id="46" creationId="{4E8C7715-0490-C328-6001-D853AA8CEC9B}"/>
          </ac:spMkLst>
        </pc:spChg>
        <pc:spChg chg="add mod">
          <ac:chgData name="Noritsuna Imamura" userId="5b2da16fa1785921" providerId="LiveId" clId="{EB93CECE-D8B9-CA4F-99B4-05356C02CE6C}" dt="2025-06-06T07:40:49.387" v="3052"/>
          <ac:spMkLst>
            <pc:docMk/>
            <pc:sldMk cId="1742051783" sldId="4632"/>
            <ac:spMk id="48" creationId="{34E90522-D970-DD5E-4A6A-BB1BDAC22493}"/>
          </ac:spMkLst>
        </pc:spChg>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pChg chg="mod">
          <ac:chgData name="Noritsuna Imamura" userId="5b2da16fa1785921" providerId="LiveId" clId="{EB93CECE-D8B9-CA4F-99B4-05356C02CE6C}" dt="2025-06-07T12:17:25.813" v="3464" actId="20577"/>
          <ac:spMkLst>
            <pc:docMk/>
            <pc:sldMk cId="171472989" sldId="4638"/>
            <ac:spMk id="3" creationId="{F33B7E8C-8398-1B17-CDEC-B33AD5C52211}"/>
          </ac:spMkLst>
        </pc:spChg>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pChg chg="mod">
          <ac:chgData name="Noritsuna Imamura" userId="5b2da16fa1785921" providerId="LiveId" clId="{EB93CECE-D8B9-CA4F-99B4-05356C02CE6C}" dt="2025-06-07T12:30:51.402" v="3631" actId="26606"/>
          <ac:spMkLst>
            <pc:docMk/>
            <pc:sldMk cId="792957569" sldId="4649"/>
            <ac:spMk id="2" creationId="{F42F3B41-D252-046D-8CFE-3652385D2BCB}"/>
          </ac:spMkLst>
        </pc:spChg>
        <pc:spChg chg="add mod">
          <ac:chgData name="Noritsuna Imamura" userId="5b2da16fa1785921" providerId="LiveId" clId="{EB93CECE-D8B9-CA4F-99B4-05356C02CE6C}" dt="2025-06-07T12:30:51.402" v="3631" actId="26606"/>
          <ac:spMkLst>
            <pc:docMk/>
            <pc:sldMk cId="792957569" sldId="4649"/>
            <ac:spMk id="9" creationId="{16322051-55F0-F11D-2CBB-6D01738D3CAA}"/>
          </ac:spMkLst>
        </pc:spChg>
        <pc:spChg chg="add mod">
          <ac:chgData name="Noritsuna Imamura" userId="5b2da16fa1785921" providerId="LiveId" clId="{EB93CECE-D8B9-CA4F-99B4-05356C02CE6C}" dt="2025-06-07T12:32:06.216" v="3633" actId="1076"/>
          <ac:spMkLst>
            <pc:docMk/>
            <pc:sldMk cId="792957569" sldId="4649"/>
            <ac:spMk id="14" creationId="{50F4BB63-5CB8-C07B-FAD7-C7BB0BC1B6DE}"/>
          </ac:spMkLst>
        </pc:spChg>
        <pc:spChg chg="add">
          <ac:chgData name="Noritsuna Imamura" userId="5b2da16fa1785921" providerId="LiveId" clId="{EB93CECE-D8B9-CA4F-99B4-05356C02CE6C}" dt="2025-06-07T12:30:51.402" v="3631" actId="26606"/>
          <ac:spMkLst>
            <pc:docMk/>
            <pc:sldMk cId="792957569" sldId="4649"/>
            <ac:spMk id="29" creationId="{B430338F-E2FD-4573-B0B7-E2EB12CC9241}"/>
          </ac:spMkLst>
        </pc:spChg>
        <pc:spChg chg="add">
          <ac:chgData name="Noritsuna Imamura" userId="5b2da16fa1785921" providerId="LiveId" clId="{EB93CECE-D8B9-CA4F-99B4-05356C02CE6C}" dt="2025-06-07T12:30:51.402" v="3631" actId="26606"/>
          <ac:spMkLst>
            <pc:docMk/>
            <pc:sldMk cId="792957569" sldId="4649"/>
            <ac:spMk id="30" creationId="{95C8260E-968F-44E8-A823-ABB431311926}"/>
          </ac:spMkLst>
        </pc:spChg>
        <pc:spChg chg="add">
          <ac:chgData name="Noritsuna Imamura" userId="5b2da16fa1785921" providerId="LiveId" clId="{EB93CECE-D8B9-CA4F-99B4-05356C02CE6C}" dt="2025-06-07T12:30:51.402" v="3631" actId="26606"/>
          <ac:spMkLst>
            <pc:docMk/>
            <pc:sldMk cId="792957569" sldId="4649"/>
            <ac:spMk id="31" creationId="{2C1BBA94-3F40-40AA-8BB9-E69E25E537C1}"/>
          </ac:spMkLst>
        </pc:spChg>
        <pc:spChg chg="add">
          <ac:chgData name="Noritsuna Imamura" userId="5b2da16fa1785921" providerId="LiveId" clId="{EB93CECE-D8B9-CA4F-99B4-05356C02CE6C}" dt="2025-06-07T12:30:51.402" v="3631" actId="26606"/>
          <ac:spMkLst>
            <pc:docMk/>
            <pc:sldMk cId="792957569" sldId="4649"/>
            <ac:spMk id="32" creationId="{FE43805F-24A6-46A4-B19B-54F28347355C}"/>
          </ac:spMkLst>
        </pc:spChg>
        <pc:picChg chg="add mod ord">
          <ac:chgData name="Noritsuna Imamura" userId="5b2da16fa1785921" providerId="LiveId" clId="{EB93CECE-D8B9-CA4F-99B4-05356C02CE6C}" dt="2025-06-07T12:30:51.402" v="3631" actId="26606"/>
          <ac:picMkLst>
            <pc:docMk/>
            <pc:sldMk cId="792957569" sldId="4649"/>
            <ac:picMk id="4" creationId="{A6EE97A8-B540-8C04-9AB0-8F53FB90E166}"/>
          </ac:picMkLst>
        </pc:picChg>
        <pc:picChg chg="add mod ord">
          <ac:chgData name="Noritsuna Imamura" userId="5b2da16fa1785921" providerId="LiveId" clId="{EB93CECE-D8B9-CA4F-99B4-05356C02CE6C}" dt="2025-06-07T12:30:51.402" v="3631" actId="26606"/>
          <ac:picMkLst>
            <pc:docMk/>
            <pc:sldMk cId="792957569" sldId="4649"/>
            <ac:picMk id="6" creationId="{C4568C9D-15F1-AC7E-AA81-7BC85F4E5130}"/>
          </ac:picMkLst>
        </pc:picChg>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pChg chg="mod">
          <ac:chgData name="Noritsuna Imamura" userId="5b2da16fa1785921" providerId="LiveId" clId="{EB93CECE-D8B9-CA4F-99B4-05356C02CE6C}" dt="2025-06-07T13:10:24.739" v="3904" actId="1076"/>
          <ac:spMkLst>
            <pc:docMk/>
            <pc:sldMk cId="4244221274" sldId="4651"/>
            <ac:spMk id="2" creationId="{05EE05C7-8CEF-0DD0-D3E8-EFC8380F5F7E}"/>
          </ac:spMkLst>
        </pc:spChg>
        <pc:spChg chg="mod">
          <ac:chgData name="Noritsuna Imamura" userId="5b2da16fa1785921" providerId="LiveId" clId="{EB93CECE-D8B9-CA4F-99B4-05356C02CE6C}" dt="2025-06-07T13:11:00.392" v="3942" actId="20577"/>
          <ac:spMkLst>
            <pc:docMk/>
            <pc:sldMk cId="4244221274" sldId="4651"/>
            <ac:spMk id="3" creationId="{2D070646-C6F5-B92A-2308-2C01DD9EF631}"/>
          </ac:spMkLst>
        </pc:spChg>
        <pc:spChg chg="mod">
          <ac:chgData name="Noritsuna Imamura" userId="5b2da16fa1785921" providerId="LiveId" clId="{EB93CECE-D8B9-CA4F-99B4-05356C02CE6C}" dt="2025-06-07T13:10:10.863" v="3902" actId="207"/>
          <ac:spMkLst>
            <pc:docMk/>
            <pc:sldMk cId="4244221274" sldId="4651"/>
            <ac:spMk id="7" creationId="{F46E5E76-9E14-7923-0F7A-89CF26E41936}"/>
          </ac:spMkLst>
        </pc:spChg>
        <pc:spChg chg="mod">
          <ac:chgData name="Noritsuna Imamura" userId="5b2da16fa1785921" providerId="LiveId" clId="{EB93CECE-D8B9-CA4F-99B4-05356C02CE6C}" dt="2025-06-07T13:10:10.863" v="3902" actId="207"/>
          <ac:spMkLst>
            <pc:docMk/>
            <pc:sldMk cId="4244221274" sldId="4651"/>
            <ac:spMk id="9" creationId="{07DBEDD3-B568-5C60-4FC7-865FD0545C98}"/>
          </ac:spMkLst>
        </pc:spChg>
        <pc:spChg chg="mod">
          <ac:chgData name="Noritsuna Imamura" userId="5b2da16fa1785921" providerId="LiveId" clId="{EB93CECE-D8B9-CA4F-99B4-05356C02CE6C}" dt="2025-06-07T13:10:10.863" v="3902" actId="207"/>
          <ac:spMkLst>
            <pc:docMk/>
            <pc:sldMk cId="4244221274" sldId="4651"/>
            <ac:spMk id="14" creationId="{96444469-29C7-1579-16C4-BDA86D118C0C}"/>
          </ac:spMkLst>
        </pc:spChg>
        <pc:spChg chg="mod">
          <ac:chgData name="Noritsuna Imamura" userId="5b2da16fa1785921" providerId="LiveId" clId="{EB93CECE-D8B9-CA4F-99B4-05356C02CE6C}" dt="2025-06-07T13:10:10.863" v="3902" actId="207"/>
          <ac:spMkLst>
            <pc:docMk/>
            <pc:sldMk cId="4244221274" sldId="4651"/>
            <ac:spMk id="16" creationId="{0FCF61B7-EF25-1864-0653-73A953121CB9}"/>
          </ac:spMkLst>
        </pc:spChg>
        <pc:spChg chg="mod">
          <ac:chgData name="Noritsuna Imamura" userId="5b2da16fa1785921" providerId="LiveId" clId="{EB93CECE-D8B9-CA4F-99B4-05356C02CE6C}" dt="2025-06-07T13:10:10.863" v="3902" actId="207"/>
          <ac:spMkLst>
            <pc:docMk/>
            <pc:sldMk cId="4244221274" sldId="4651"/>
            <ac:spMk id="18" creationId="{F3722FFD-61E9-DF29-3B6D-996F1A6A93BB}"/>
          </ac:spMkLst>
        </pc:spChg>
        <pc:spChg chg="mod">
          <ac:chgData name="Noritsuna Imamura" userId="5b2da16fa1785921" providerId="LiveId" clId="{EB93CECE-D8B9-CA4F-99B4-05356C02CE6C}" dt="2025-06-07T13:10:10.863" v="3902" actId="207"/>
          <ac:spMkLst>
            <pc:docMk/>
            <pc:sldMk cId="4244221274" sldId="4651"/>
            <ac:spMk id="19" creationId="{CF8FAAF2-6C82-7D5C-444B-102E952D8820}"/>
          </ac:spMkLst>
        </pc:spChg>
        <pc:spChg chg="mod">
          <ac:chgData name="Noritsuna Imamura" userId="5b2da16fa1785921" providerId="LiveId" clId="{EB93CECE-D8B9-CA4F-99B4-05356C02CE6C}" dt="2025-06-07T13:10:10.863" v="3902" actId="207"/>
          <ac:spMkLst>
            <pc:docMk/>
            <pc:sldMk cId="4244221274" sldId="4651"/>
            <ac:spMk id="20" creationId="{27292735-F456-85CE-5843-56C979939185}"/>
          </ac:spMkLst>
        </pc:spChg>
        <pc:spChg chg="add">
          <ac:chgData name="Noritsuna Imamura" userId="5b2da16fa1785921" providerId="LiveId" clId="{EB93CECE-D8B9-CA4F-99B4-05356C02CE6C}" dt="2025-06-07T13:09:27.221" v="3895" actId="26606"/>
          <ac:spMkLst>
            <pc:docMk/>
            <pc:sldMk cId="4244221274" sldId="4651"/>
            <ac:spMk id="3079" creationId="{922F19F4-FE70-43DC-856F-2CE5F521DC48}"/>
          </ac:spMkLst>
        </pc:spChg>
        <pc:spChg chg="add">
          <ac:chgData name="Noritsuna Imamura" userId="5b2da16fa1785921" providerId="LiveId" clId="{EB93CECE-D8B9-CA4F-99B4-05356C02CE6C}" dt="2025-06-07T13:09:27.221" v="3895" actId="26606"/>
          <ac:spMkLst>
            <pc:docMk/>
            <pc:sldMk cId="4244221274" sldId="4651"/>
            <ac:spMk id="3086" creationId="{D5B0017B-2ECA-49AF-B397-DC140825DF8D}"/>
          </ac:spMkLst>
        </pc:spChg>
        <pc:spChg chg="add">
          <ac:chgData name="Noritsuna Imamura" userId="5b2da16fa1785921" providerId="LiveId" clId="{EB93CECE-D8B9-CA4F-99B4-05356C02CE6C}" dt="2025-06-07T13:09:27.221" v="3895" actId="26606"/>
          <ac:spMkLst>
            <pc:docMk/>
            <pc:sldMk cId="4244221274" sldId="4651"/>
            <ac:spMk id="3088" creationId="{395ECC94-3D5E-46A7-A7A1-DE807E1563B4}"/>
          </ac:spMkLst>
        </pc:spChg>
        <pc:spChg chg="add">
          <ac:chgData name="Noritsuna Imamura" userId="5b2da16fa1785921" providerId="LiveId" clId="{EB93CECE-D8B9-CA4F-99B4-05356C02CE6C}" dt="2025-06-07T13:09:27.221" v="3895" actId="26606"/>
          <ac:spMkLst>
            <pc:docMk/>
            <pc:sldMk cId="4244221274" sldId="4651"/>
            <ac:spMk id="3090" creationId="{7E549738-9961-462D-81B7-4A7A44691102}"/>
          </ac:spMkLst>
        </pc:spChg>
        <pc:grpChg chg="add mod ord">
          <ac:chgData name="Noritsuna Imamura" userId="5b2da16fa1785921" providerId="LiveId" clId="{EB93CECE-D8B9-CA4F-99B4-05356C02CE6C}" dt="2025-06-07T13:10:10.863" v="3902" actId="207"/>
          <ac:grpSpMkLst>
            <pc:docMk/>
            <pc:sldMk cId="4244221274" sldId="4651"/>
            <ac:grpSpMk id="4" creationId="{BAC2B5A9-5985-CA8E-8083-06CAC9EE3650}"/>
          </ac:grpSpMkLst>
        </pc:grpChg>
        <pc:picChg chg="mod">
          <ac:chgData name="Noritsuna Imamura" userId="5b2da16fa1785921" providerId="LiveId" clId="{EB93CECE-D8B9-CA4F-99B4-05356C02CE6C}" dt="2025-06-07T13:10:10.863" v="3902" actId="207"/>
          <ac:picMkLst>
            <pc:docMk/>
            <pc:sldMk cId="4244221274" sldId="4651"/>
            <ac:picMk id="5" creationId="{C233B309-925D-672D-1A96-C37E0A993D07}"/>
          </ac:picMkLst>
        </pc:picChg>
        <pc:picChg chg="add mod">
          <ac:chgData name="Noritsuna Imamura" userId="5b2da16fa1785921" providerId="LiveId" clId="{EB93CECE-D8B9-CA4F-99B4-05356C02CE6C}" dt="2025-06-07T13:09:27.221" v="3895" actId="26606"/>
          <ac:picMkLst>
            <pc:docMk/>
            <pc:sldMk cId="4244221274" sldId="4651"/>
            <ac:picMk id="3074" creationId="{5B006C92-B311-4D62-D915-38ABD7E367A9}"/>
          </ac:picMkLst>
        </pc:picChg>
        <pc:cxnChg chg="mod">
          <ac:chgData name="Noritsuna Imamura" userId="5b2da16fa1785921" providerId="LiveId" clId="{EB93CECE-D8B9-CA4F-99B4-05356C02CE6C}" dt="2025-06-07T13:10:10.863" v="3902" actId="207"/>
          <ac:cxnSpMkLst>
            <pc:docMk/>
            <pc:sldMk cId="4244221274" sldId="4651"/>
            <ac:cxnSpMk id="6" creationId="{DA2EF1E0-04C8-F005-20FE-2CC58F51B232}"/>
          </ac:cxnSpMkLst>
        </pc:cxnChg>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pChg chg="mod">
          <ac:chgData name="Noritsuna Imamura" userId="5b2da16fa1785921" providerId="LiveId" clId="{EB93CECE-D8B9-CA4F-99B4-05356C02CE6C}" dt="2025-06-07T12:52:40.905" v="3779" actId="26606"/>
          <ac:spMkLst>
            <pc:docMk/>
            <pc:sldMk cId="2315567908" sldId="4656"/>
            <ac:spMk id="2" creationId="{7898AA69-6BEF-4B95-9A75-AAAF73171C60}"/>
          </ac:spMkLst>
        </pc:spChg>
        <pc:spChg chg="mod">
          <ac:chgData name="Noritsuna Imamura" userId="5b2da16fa1785921" providerId="LiveId" clId="{EB93CECE-D8B9-CA4F-99B4-05356C02CE6C}" dt="2025-06-07T13:17:22.850" v="4058" actId="1076"/>
          <ac:spMkLst>
            <pc:docMk/>
            <pc:sldMk cId="2315567908" sldId="4656"/>
            <ac:spMk id="3" creationId="{F49870D9-A848-0DD4-E9A6-1BF44BFEC9A3}"/>
          </ac:spMkLst>
        </pc:spChg>
        <pc:spChg chg="add del">
          <ac:chgData name="Noritsuna Imamura" userId="5b2da16fa1785921" providerId="LiveId" clId="{EB93CECE-D8B9-CA4F-99B4-05356C02CE6C}" dt="2025-06-07T12:52:40.905" v="3779" actId="26606"/>
          <ac:spMkLst>
            <pc:docMk/>
            <pc:sldMk cId="2315567908" sldId="4656"/>
            <ac:spMk id="8" creationId="{FD755DD1-6160-1E92-767D-3A0670FD6FD1}"/>
          </ac:spMkLst>
        </pc:spChg>
        <pc:spChg chg="add del">
          <ac:chgData name="Noritsuna Imamura" userId="5b2da16fa1785921" providerId="LiveId" clId="{EB93CECE-D8B9-CA4F-99B4-05356C02CE6C}" dt="2025-06-07T12:52:40.905" v="3779" actId="26606"/>
          <ac:spMkLst>
            <pc:docMk/>
            <pc:sldMk cId="2315567908" sldId="4656"/>
            <ac:spMk id="15" creationId="{493CBA75-0F7F-8AF8-FF6C-4E50D9C628D2}"/>
          </ac:spMkLst>
        </pc:spChg>
        <pc:spChg chg="add mod">
          <ac:chgData name="Noritsuna Imamura" userId="5b2da16fa1785921" providerId="LiveId" clId="{EB93CECE-D8B9-CA4F-99B4-05356C02CE6C}" dt="2025-06-07T13:12:55.510" v="3945" actId="1076"/>
          <ac:spMkLst>
            <pc:docMk/>
            <pc:sldMk cId="2315567908" sldId="4656"/>
            <ac:spMk id="24" creationId="{2A9473CA-2EC0-F372-26E1-33BB16CBF6A4}"/>
          </ac:spMkLst>
        </pc:spChg>
        <pc:spChg chg="add mod">
          <ac:chgData name="Noritsuna Imamura" userId="5b2da16fa1785921" providerId="LiveId" clId="{EB93CECE-D8B9-CA4F-99B4-05356C02CE6C}" dt="2025-06-07T13:12:55.510" v="3945" actId="1076"/>
          <ac:spMkLst>
            <pc:docMk/>
            <pc:sldMk cId="2315567908" sldId="4656"/>
            <ac:spMk id="26" creationId="{4FA84B4F-1880-CCFC-F281-3629ADC9ABCB}"/>
          </ac:spMkLst>
        </pc:spChg>
        <pc:spChg chg="add mod">
          <ac:chgData name="Noritsuna Imamura" userId="5b2da16fa1785921" providerId="LiveId" clId="{EB93CECE-D8B9-CA4F-99B4-05356C02CE6C}" dt="2025-06-07T13:12:55.510" v="3945" actId="1076"/>
          <ac:spMkLst>
            <pc:docMk/>
            <pc:sldMk cId="2315567908" sldId="4656"/>
            <ac:spMk id="39" creationId="{D1F07156-437E-FE69-40F1-647786DB3CD6}"/>
          </ac:spMkLst>
        </pc:spChg>
        <pc:grpChg chg="add del">
          <ac:chgData name="Noritsuna Imamura" userId="5b2da16fa1785921" providerId="LiveId" clId="{EB93CECE-D8B9-CA4F-99B4-05356C02CE6C}" dt="2025-06-07T12:52:40.905" v="3779" actId="26606"/>
          <ac:grpSpMkLst>
            <pc:docMk/>
            <pc:sldMk cId="2315567908" sldId="4656"/>
            <ac:grpSpMk id="10" creationId="{22C4B6CD-FD2B-8003-8094-BF4D88202857}"/>
          </ac:grpSpMkLst>
        </pc:grpChg>
        <pc:grpChg chg="add mod">
          <ac:chgData name="Noritsuna Imamura" userId="5b2da16fa1785921" providerId="LiveId" clId="{EB93CECE-D8B9-CA4F-99B4-05356C02CE6C}" dt="2025-06-07T13:12:55.510" v="3945" actId="1076"/>
          <ac:grpSpMkLst>
            <pc:docMk/>
            <pc:sldMk cId="2315567908" sldId="4656"/>
            <ac:grpSpMk id="41" creationId="{170AFFBB-D78F-1AFD-2946-3027435D4C2E}"/>
          </ac:grpSpMkLst>
        </pc:grpChg>
        <pc:picChg chg="mod">
          <ac:chgData name="Noritsuna Imamura" userId="5b2da16fa1785921" providerId="LiveId" clId="{EB93CECE-D8B9-CA4F-99B4-05356C02CE6C}" dt="2025-06-07T13:12:55.510" v="3945" actId="1076"/>
          <ac:picMkLst>
            <pc:docMk/>
            <pc:sldMk cId="2315567908" sldId="4656"/>
            <ac:picMk id="22" creationId="{D542D32D-94FF-96DD-2C5E-FEF94D22856E}"/>
          </ac:picMkLst>
        </pc:picChg>
        <pc:cxnChg chg="mod">
          <ac:chgData name="Noritsuna Imamura" userId="5b2da16fa1785921" providerId="LiveId" clId="{EB93CECE-D8B9-CA4F-99B4-05356C02CE6C}" dt="2025-06-07T13:12:55.510" v="3945" actId="1076"/>
          <ac:cxnSpMkLst>
            <pc:docMk/>
            <pc:sldMk cId="2315567908" sldId="4656"/>
            <ac:cxnSpMk id="23" creationId="{8D395395-C495-F0C2-A0C7-86EAC6ACA1F6}"/>
          </ac:cxnSpMkLst>
        </pc:cxnChg>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pChg chg="mod">
          <ac:chgData name="Noritsuna Imamura" userId="5b2da16fa1785921" providerId="LiveId" clId="{EB93CECE-D8B9-CA4F-99B4-05356C02CE6C}" dt="2025-06-10T09:51:03.306" v="4212" actId="20577"/>
          <ac:spMkLst>
            <pc:docMk/>
            <pc:sldMk cId="3748391812" sldId="4662"/>
            <ac:spMk id="2" creationId="{E95AA37E-3899-D828-75CB-F38646363598}"/>
          </ac:spMkLst>
        </pc:spChg>
        <pc:spChg chg="mod">
          <ac:chgData name="Noritsuna Imamura" userId="5b2da16fa1785921" providerId="LiveId" clId="{EB93CECE-D8B9-CA4F-99B4-05356C02CE6C}" dt="2025-06-10T09:59:41.376" v="4693" actId="20577"/>
          <ac:spMkLst>
            <pc:docMk/>
            <pc:sldMk cId="3748391812" sldId="4662"/>
            <ac:spMk id="3" creationId="{97308E02-3231-B0E9-F2E0-A2F63579A63B}"/>
          </ac:spMkLst>
        </pc:spChg>
      </pc:sldChg>
      <pc:sldChg chg="modSp mod ord">
        <pc:chgData name="Noritsuna Imamura" userId="5b2da16fa1785921" providerId="LiveId" clId="{EB93CECE-D8B9-CA4F-99B4-05356C02CE6C}" dt="2025-06-10T10:02:08.611" v="4774" actId="20577"/>
        <pc:sldMkLst>
          <pc:docMk/>
          <pc:sldMk cId="894552769" sldId="4663"/>
        </pc:sldMkLst>
        <pc:spChg chg="mod">
          <ac:chgData name="Noritsuna Imamura" userId="5b2da16fa1785921" providerId="LiveId" clId="{EB93CECE-D8B9-CA4F-99B4-05356C02CE6C}" dt="2025-06-10T10:02:08.611" v="4774" actId="20577"/>
          <ac:spMkLst>
            <pc:docMk/>
            <pc:sldMk cId="894552769" sldId="4663"/>
            <ac:spMk id="2" creationId="{38D2014F-9E9D-A2EF-E5BE-D28CE8BA8593}"/>
          </ac:spMkLst>
        </pc:spChg>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pChg chg="mod">
          <ac:chgData name="Noritsuna Imamura" userId="5b2da16fa1785921" providerId="LiveId" clId="{EB93CECE-D8B9-CA4F-99B4-05356C02CE6C}" dt="2025-06-10T09:55:07.839" v="4379" actId="20577"/>
          <ac:spMkLst>
            <pc:docMk/>
            <pc:sldMk cId="683445105" sldId="4665"/>
            <ac:spMk id="2" creationId="{412394A7-0579-4D20-D01D-1E77DAC3527E}"/>
          </ac:spMkLst>
        </pc:spChg>
        <pc:spChg chg="mod">
          <ac:chgData name="Noritsuna Imamura" userId="5b2da16fa1785921" providerId="LiveId" clId="{EB93CECE-D8B9-CA4F-99B4-05356C02CE6C}" dt="2025-06-10T11:33:35.653" v="5080"/>
          <ac:spMkLst>
            <pc:docMk/>
            <pc:sldMk cId="683445105" sldId="4665"/>
            <ac:spMk id="3" creationId="{68236677-35E6-B34C-ADAF-7F49E92D5C06}"/>
          </ac:spMkLst>
        </pc:spChg>
      </pc:sldChg>
      <pc:sldChg chg="addSp modSp mod ord setBg">
        <pc:chgData name="Noritsuna Imamura" userId="5b2da16fa1785921" providerId="LiveId" clId="{EB93CECE-D8B9-CA4F-99B4-05356C02CE6C}" dt="2025-06-11T07:09:33.087" v="6828" actId="20577"/>
        <pc:sldMkLst>
          <pc:docMk/>
          <pc:sldMk cId="2568532416" sldId="4681"/>
        </pc:sldMkLst>
        <pc:spChg chg="mod">
          <ac:chgData name="Noritsuna Imamura" userId="5b2da16fa1785921" providerId="LiveId" clId="{EB93CECE-D8B9-CA4F-99B4-05356C02CE6C}" dt="2025-06-11T07:06:46.781" v="6783" actId="26606"/>
          <ac:spMkLst>
            <pc:docMk/>
            <pc:sldMk cId="2568532416" sldId="4681"/>
            <ac:spMk id="2" creationId="{3E8658D4-DBCD-2A97-967E-162B587905C3}"/>
          </ac:spMkLst>
        </pc:spChg>
        <pc:spChg chg="mod">
          <ac:chgData name="Noritsuna Imamura" userId="5b2da16fa1785921" providerId="LiveId" clId="{EB93CECE-D8B9-CA4F-99B4-05356C02CE6C}" dt="2025-06-11T07:09:33.087" v="6828" actId="20577"/>
          <ac:spMkLst>
            <pc:docMk/>
            <pc:sldMk cId="2568532416" sldId="4681"/>
            <ac:spMk id="3" creationId="{EA3C7097-1859-B051-1ACC-553302917B46}"/>
          </ac:spMkLst>
        </pc:spChg>
        <pc:picChg chg="add mod">
          <ac:chgData name="Noritsuna Imamura" userId="5b2da16fa1785921" providerId="LiveId" clId="{EB93CECE-D8B9-CA4F-99B4-05356C02CE6C}" dt="2025-06-11T07:06:46.781" v="6783" actId="26606"/>
          <ac:picMkLst>
            <pc:docMk/>
            <pc:sldMk cId="2568532416" sldId="4681"/>
            <ac:picMk id="10242" creationId="{1B97D38E-6561-3F24-8520-1B1734B51C66}"/>
          </ac:picMkLst>
        </pc:picChg>
      </pc:sldChg>
      <pc:sldChg chg="addSp delSp modSp new mod setBg">
        <pc:chgData name="Noritsuna Imamura" userId="5b2da16fa1785921" providerId="LiveId" clId="{EB93CECE-D8B9-CA4F-99B4-05356C02CE6C}" dt="2025-06-10T09:36:15.967" v="4063" actId="26606"/>
        <pc:sldMkLst>
          <pc:docMk/>
          <pc:sldMk cId="96643836" sldId="4721"/>
        </pc:sldMkLst>
        <pc:spChg chg="add del">
          <ac:chgData name="Noritsuna Imamura" userId="5b2da16fa1785921" providerId="LiveId" clId="{EB93CECE-D8B9-CA4F-99B4-05356C02CE6C}" dt="2025-06-10T09:36:15.967" v="4063" actId="26606"/>
          <ac:spMkLst>
            <pc:docMk/>
            <pc:sldMk cId="96643836" sldId="4721"/>
            <ac:spMk id="2" creationId="{676D2B09-AB11-AD4E-4175-8C4A7CD99F58}"/>
          </ac:spMkLst>
        </pc:spChg>
        <pc:spChg chg="add del">
          <ac:chgData name="Noritsuna Imamura" userId="5b2da16fa1785921" providerId="LiveId" clId="{EB93CECE-D8B9-CA4F-99B4-05356C02CE6C}" dt="2025-06-10T09:36:15.967" v="4063" actId="26606"/>
          <ac:spMkLst>
            <pc:docMk/>
            <pc:sldMk cId="96643836" sldId="4721"/>
            <ac:spMk id="3" creationId="{E23F74F5-2B83-3FF2-6BC7-41B0FB57651C}"/>
          </ac:spMkLst>
        </pc:spChg>
        <pc:picChg chg="add mod">
          <ac:chgData name="Noritsuna Imamura" userId="5b2da16fa1785921" providerId="LiveId" clId="{EB93CECE-D8B9-CA4F-99B4-05356C02CE6C}" dt="2025-06-10T09:36:15.967" v="4063" actId="26606"/>
          <ac:picMkLst>
            <pc:docMk/>
            <pc:sldMk cId="96643836" sldId="4721"/>
            <ac:picMk id="1026" creationId="{1E3B670D-83E6-D546-803E-CA396A55B5CE}"/>
          </ac:picMkLst>
        </pc:picChg>
      </pc:sldChg>
      <pc:sldChg chg="addSp modSp new mod setBg">
        <pc:chgData name="Noritsuna Imamura" userId="5b2da16fa1785921" providerId="LiveId" clId="{EB93CECE-D8B9-CA4F-99B4-05356C02CE6C}" dt="2025-06-11T06:59:09.874" v="6737" actId="14100"/>
        <pc:sldMkLst>
          <pc:docMk/>
          <pc:sldMk cId="2305582616" sldId="4722"/>
        </pc:sldMkLst>
        <pc:spChg chg="mod">
          <ac:chgData name="Noritsuna Imamura" userId="5b2da16fa1785921" providerId="LiveId" clId="{EB93CECE-D8B9-CA4F-99B4-05356C02CE6C}" dt="2025-06-11T06:58:49.324" v="6732" actId="26606"/>
          <ac:spMkLst>
            <pc:docMk/>
            <pc:sldMk cId="2305582616" sldId="4722"/>
            <ac:spMk id="2" creationId="{7D74DAAA-89AD-A734-ECDB-FE535D87E2B6}"/>
          </ac:spMkLst>
        </pc:spChg>
        <pc:spChg chg="mod">
          <ac:chgData name="Noritsuna Imamura" userId="5b2da16fa1785921" providerId="LiveId" clId="{EB93CECE-D8B9-CA4F-99B4-05356C02CE6C}" dt="2025-06-11T06:59:09.874" v="6737" actId="14100"/>
          <ac:spMkLst>
            <pc:docMk/>
            <pc:sldMk cId="2305582616" sldId="4722"/>
            <ac:spMk id="3" creationId="{6CCB2F6F-AD2F-8492-20BB-DD03C15E5178}"/>
          </ac:spMkLst>
        </pc:spChg>
        <pc:spChg chg="add">
          <ac:chgData name="Noritsuna Imamura" userId="5b2da16fa1785921" providerId="LiveId" clId="{EB93CECE-D8B9-CA4F-99B4-05356C02CE6C}" dt="2025-06-11T06:58:49.324" v="6732" actId="26606"/>
          <ac:spMkLst>
            <pc:docMk/>
            <pc:sldMk cId="2305582616" sldId="4722"/>
            <ac:spMk id="8" creationId="{B6CDA21F-E7AF-4C75-8395-33F58D5B0E45}"/>
          </ac:spMkLst>
        </pc:spChg>
        <pc:spChg chg="add">
          <ac:chgData name="Noritsuna Imamura" userId="5b2da16fa1785921" providerId="LiveId" clId="{EB93CECE-D8B9-CA4F-99B4-05356C02CE6C}" dt="2025-06-11T06:58:49.324" v="6732" actId="26606"/>
          <ac:spMkLst>
            <pc:docMk/>
            <pc:sldMk cId="2305582616" sldId="4722"/>
            <ac:spMk id="15" creationId="{D5B0017B-2ECA-49AF-B397-DC140825DF8D}"/>
          </ac:spMkLst>
        </pc:spChg>
        <pc:grpChg chg="add">
          <ac:chgData name="Noritsuna Imamura" userId="5b2da16fa1785921" providerId="LiveId" clId="{EB93CECE-D8B9-CA4F-99B4-05356C02CE6C}" dt="2025-06-11T06:58:49.324" v="6732" actId="26606"/>
          <ac:grpSpMkLst>
            <pc:docMk/>
            <pc:sldMk cId="2305582616" sldId="4722"/>
            <ac:grpSpMk id="10" creationId="{AE1C45F0-260A-458C-96ED-C1F6D2151219}"/>
          </ac:grpSpMkLst>
        </pc:grpChg>
        <pc:cxnChg chg="add">
          <ac:chgData name="Noritsuna Imamura" userId="5b2da16fa1785921" providerId="LiveId" clId="{EB93CECE-D8B9-CA4F-99B4-05356C02CE6C}" dt="2025-06-11T06:58:49.324" v="6732" actId="26606"/>
          <ac:cxnSpMkLst>
            <pc:docMk/>
            <pc:sldMk cId="2305582616" sldId="4722"/>
            <ac:cxnSpMk id="17" creationId="{6CF1BAF6-AD41-4082-B212-8A1F9A2E8779}"/>
          </ac:cxnSpMkLst>
        </pc:cxnChg>
      </pc:sldChg>
      <pc:sldChg chg="addSp modSp new mod ord setBg">
        <pc:chgData name="Noritsuna Imamura" userId="5b2da16fa1785921" providerId="LiveId" clId="{EB93CECE-D8B9-CA4F-99B4-05356C02CE6C}" dt="2025-06-11T07:11:58.805" v="6854" actId="20578"/>
        <pc:sldMkLst>
          <pc:docMk/>
          <pc:sldMk cId="2755053523" sldId="4723"/>
        </pc:sldMkLst>
        <pc:spChg chg="mod">
          <ac:chgData name="Noritsuna Imamura" userId="5b2da16fa1785921" providerId="LiveId" clId="{EB93CECE-D8B9-CA4F-99B4-05356C02CE6C}" dt="2025-06-11T07:05:54.790" v="6779" actId="26606"/>
          <ac:spMkLst>
            <pc:docMk/>
            <pc:sldMk cId="2755053523" sldId="4723"/>
            <ac:spMk id="2" creationId="{60EAB93F-017D-EE60-F55C-3273EA26B1BB}"/>
          </ac:spMkLst>
        </pc:spChg>
        <pc:spChg chg="mod">
          <ac:chgData name="Noritsuna Imamura" userId="5b2da16fa1785921" providerId="LiveId" clId="{EB93CECE-D8B9-CA4F-99B4-05356C02CE6C}" dt="2025-06-11T07:05:54.790" v="6779" actId="26606"/>
          <ac:spMkLst>
            <pc:docMk/>
            <pc:sldMk cId="2755053523" sldId="4723"/>
            <ac:spMk id="3" creationId="{1C18F279-6CA0-6EF2-E462-655FFA79F325}"/>
          </ac:spMkLst>
        </pc:spChg>
        <pc:spChg chg="add">
          <ac:chgData name="Noritsuna Imamura" userId="5b2da16fa1785921" providerId="LiveId" clId="{EB93CECE-D8B9-CA4F-99B4-05356C02CE6C}" dt="2025-06-11T07:05:54.790" v="6779" actId="26606"/>
          <ac:spMkLst>
            <pc:docMk/>
            <pc:sldMk cId="2755053523" sldId="4723"/>
            <ac:spMk id="9225" creationId="{922F19F4-FE70-43DC-856F-2CE5F521DC48}"/>
          </ac:spMkLst>
        </pc:spChg>
        <pc:spChg chg="add">
          <ac:chgData name="Noritsuna Imamura" userId="5b2da16fa1785921" providerId="LiveId" clId="{EB93CECE-D8B9-CA4F-99B4-05356C02CE6C}" dt="2025-06-11T07:05:54.790" v="6779" actId="26606"/>
          <ac:spMkLst>
            <pc:docMk/>
            <pc:sldMk cId="2755053523" sldId="4723"/>
            <ac:spMk id="9232" creationId="{D5B0017B-2ECA-49AF-B397-DC140825DF8D}"/>
          </ac:spMkLst>
        </pc:spChg>
        <pc:spChg chg="add">
          <ac:chgData name="Noritsuna Imamura" userId="5b2da16fa1785921" providerId="LiveId" clId="{EB93CECE-D8B9-CA4F-99B4-05356C02CE6C}" dt="2025-06-11T07:05:54.790" v="6779" actId="26606"/>
          <ac:spMkLst>
            <pc:docMk/>
            <pc:sldMk cId="2755053523" sldId="4723"/>
            <ac:spMk id="9234" creationId="{395ECC94-3D5E-46A7-A7A1-DE807E1563B4}"/>
          </ac:spMkLst>
        </pc:spChg>
        <pc:spChg chg="add">
          <ac:chgData name="Noritsuna Imamura" userId="5b2da16fa1785921" providerId="LiveId" clId="{EB93CECE-D8B9-CA4F-99B4-05356C02CE6C}" dt="2025-06-11T07:05:54.790" v="6779" actId="26606"/>
          <ac:spMkLst>
            <pc:docMk/>
            <pc:sldMk cId="2755053523" sldId="4723"/>
            <ac:spMk id="9236" creationId="{7E549738-9961-462D-81B7-4A7A44691102}"/>
          </ac:spMkLst>
        </pc:spChg>
        <pc:grpChg chg="add">
          <ac:chgData name="Noritsuna Imamura" userId="5b2da16fa1785921" providerId="LiveId" clId="{EB93CECE-D8B9-CA4F-99B4-05356C02CE6C}" dt="2025-06-11T07:05:54.790" v="6779" actId="26606"/>
          <ac:grpSpMkLst>
            <pc:docMk/>
            <pc:sldMk cId="2755053523" sldId="4723"/>
            <ac:grpSpMk id="9227" creationId="{AE1C45F0-260A-458C-96ED-C1F6D2151219}"/>
          </ac:grpSpMkLst>
        </pc:grpChg>
        <pc:picChg chg="add mod ord">
          <ac:chgData name="Noritsuna Imamura" userId="5b2da16fa1785921" providerId="LiveId" clId="{EB93CECE-D8B9-CA4F-99B4-05356C02CE6C}" dt="2025-06-11T07:05:54.790" v="6779" actId="26606"/>
          <ac:picMkLst>
            <pc:docMk/>
            <pc:sldMk cId="2755053523" sldId="4723"/>
            <ac:picMk id="9218" creationId="{530832B0-08F8-50F6-5783-3D71FB011C94}"/>
          </ac:picMkLst>
        </pc:picChg>
        <pc:picChg chg="add mod">
          <ac:chgData name="Noritsuna Imamura" userId="5b2da16fa1785921" providerId="LiveId" clId="{EB93CECE-D8B9-CA4F-99B4-05356C02CE6C}" dt="2025-06-11T07:05:54.790" v="6779" actId="26606"/>
          <ac:picMkLst>
            <pc:docMk/>
            <pc:sldMk cId="2755053523" sldId="4723"/>
            <ac:picMk id="9220" creationId="{2C847EF0-413E-0833-59E4-515DDD5FC9D8}"/>
          </ac:picMkLst>
        </pc:picChg>
        <pc:cxnChg chg="add">
          <ac:chgData name="Noritsuna Imamura" userId="5b2da16fa1785921" providerId="LiveId" clId="{EB93CECE-D8B9-CA4F-99B4-05356C02CE6C}" dt="2025-06-11T07:05:54.790" v="6779" actId="26606"/>
          <ac:cxnSpMkLst>
            <pc:docMk/>
            <pc:sldMk cId="2755053523" sldId="4723"/>
            <ac:cxnSpMk id="9238" creationId="{6CF1BAF6-AD41-4082-B212-8A1F9A2E8779}"/>
          </ac:cxnSpMkLst>
        </pc:cxnChg>
      </pc:sldChg>
      <pc:sldChg chg="addSp modSp new mod setBg">
        <pc:chgData name="Noritsuna Imamura" userId="5b2da16fa1785921" providerId="LiveId" clId="{EB93CECE-D8B9-CA4F-99B4-05356C02CE6C}" dt="2025-06-10T11:34:34.959" v="5089" actId="27636"/>
        <pc:sldMkLst>
          <pc:docMk/>
          <pc:sldMk cId="2384570744" sldId="4724"/>
        </pc:sldMkLst>
        <pc:spChg chg="mod">
          <ac:chgData name="Noritsuna Imamura" userId="5b2da16fa1785921" providerId="LiveId" clId="{EB93CECE-D8B9-CA4F-99B4-05356C02CE6C}" dt="2025-06-10T11:34:05.971" v="5083" actId="26606"/>
          <ac:spMkLst>
            <pc:docMk/>
            <pc:sldMk cId="2384570744" sldId="4724"/>
            <ac:spMk id="2" creationId="{81B35861-DCED-F900-9252-F6943BC107D8}"/>
          </ac:spMkLst>
        </pc:spChg>
        <pc:spChg chg="mod">
          <ac:chgData name="Noritsuna Imamura" userId="5b2da16fa1785921" providerId="LiveId" clId="{EB93CECE-D8B9-CA4F-99B4-05356C02CE6C}" dt="2025-06-10T11:34:34.959" v="5089" actId="27636"/>
          <ac:spMkLst>
            <pc:docMk/>
            <pc:sldMk cId="2384570744" sldId="4724"/>
            <ac:spMk id="3" creationId="{3441AA38-281A-A0BA-5033-4662B17CAFBB}"/>
          </ac:spMkLst>
        </pc:spChg>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pChg chg="mod">
          <ac:chgData name="Noritsuna Imamura" userId="5b2da16fa1785921" providerId="LiveId" clId="{EB93CECE-D8B9-CA4F-99B4-05356C02CE6C}" dt="2025-06-10T10:05:43.685" v="4928" actId="26606"/>
          <ac:spMkLst>
            <pc:docMk/>
            <pc:sldMk cId="2367437497" sldId="4727"/>
            <ac:spMk id="2" creationId="{617652F9-9E3F-E098-0709-F51FBA0D8B88}"/>
          </ac:spMkLst>
        </pc:spChg>
        <pc:spChg chg="mod">
          <ac:chgData name="Noritsuna Imamura" userId="5b2da16fa1785921" providerId="LiveId" clId="{EB93CECE-D8B9-CA4F-99B4-05356C02CE6C}" dt="2025-06-10T10:06:48.177" v="4994" actId="20577"/>
          <ac:spMkLst>
            <pc:docMk/>
            <pc:sldMk cId="2367437497" sldId="4727"/>
            <ac:spMk id="3" creationId="{F3C4FF2C-BFF3-0ED7-7A99-2663BA47CAAD}"/>
          </ac:spMkLst>
        </pc:spChg>
        <pc:spChg chg="add">
          <ac:chgData name="Noritsuna Imamura" userId="5b2da16fa1785921" providerId="LiveId" clId="{EB93CECE-D8B9-CA4F-99B4-05356C02CE6C}" dt="2025-06-10T10:06:28.875" v="4978" actId="26606"/>
          <ac:spMkLst>
            <pc:docMk/>
            <pc:sldMk cId="2367437497" sldId="4727"/>
            <ac:spMk id="4123" creationId="{922F19F4-FE70-43DC-856F-2CE5F521DC48}"/>
          </ac:spMkLst>
        </pc:spChg>
        <pc:spChg chg="add">
          <ac:chgData name="Noritsuna Imamura" userId="5b2da16fa1785921" providerId="LiveId" clId="{EB93CECE-D8B9-CA4F-99B4-05356C02CE6C}" dt="2025-06-10T10:06:28.875" v="4978" actId="26606"/>
          <ac:spMkLst>
            <pc:docMk/>
            <pc:sldMk cId="2367437497" sldId="4727"/>
            <ac:spMk id="4130" creationId="{D5B0017B-2ECA-49AF-B397-DC140825DF8D}"/>
          </ac:spMkLst>
        </pc:spChg>
        <pc:spChg chg="add">
          <ac:chgData name="Noritsuna Imamura" userId="5b2da16fa1785921" providerId="LiveId" clId="{EB93CECE-D8B9-CA4F-99B4-05356C02CE6C}" dt="2025-06-10T10:06:28.875" v="4978" actId="26606"/>
          <ac:spMkLst>
            <pc:docMk/>
            <pc:sldMk cId="2367437497" sldId="4727"/>
            <ac:spMk id="4132" creationId="{395ECC94-3D5E-46A7-A7A1-DE807E1563B4}"/>
          </ac:spMkLst>
        </pc:spChg>
        <pc:spChg chg="add">
          <ac:chgData name="Noritsuna Imamura" userId="5b2da16fa1785921" providerId="LiveId" clId="{EB93CECE-D8B9-CA4F-99B4-05356C02CE6C}" dt="2025-06-10T10:06:28.875" v="4978" actId="26606"/>
          <ac:spMkLst>
            <pc:docMk/>
            <pc:sldMk cId="2367437497" sldId="4727"/>
            <ac:spMk id="4134" creationId="{7E549738-9961-462D-81B7-4A7A44691102}"/>
          </ac:spMkLst>
        </pc:spChg>
        <pc:grpChg chg="add">
          <ac:chgData name="Noritsuna Imamura" userId="5b2da16fa1785921" providerId="LiveId" clId="{EB93CECE-D8B9-CA4F-99B4-05356C02CE6C}" dt="2025-06-10T10:06:28.875" v="4978" actId="26606"/>
          <ac:grpSpMkLst>
            <pc:docMk/>
            <pc:sldMk cId="2367437497" sldId="4727"/>
            <ac:grpSpMk id="4125" creationId="{AE1C45F0-260A-458C-96ED-C1F6D2151219}"/>
          </ac:grpSpMkLst>
        </pc:grpChg>
        <pc:picChg chg="add mod ord">
          <ac:chgData name="Noritsuna Imamura" userId="5b2da16fa1785921" providerId="LiveId" clId="{EB93CECE-D8B9-CA4F-99B4-05356C02CE6C}" dt="2025-06-10T10:05:43.685" v="4928" actId="26606"/>
          <ac:picMkLst>
            <pc:docMk/>
            <pc:sldMk cId="2367437497" sldId="4727"/>
            <ac:picMk id="4098" creationId="{20AD5EEB-8503-905A-830D-0D15BAE1CE28}"/>
          </ac:picMkLst>
        </pc:picChg>
        <pc:picChg chg="add mod">
          <ac:chgData name="Noritsuna Imamura" userId="5b2da16fa1785921" providerId="LiveId" clId="{EB93CECE-D8B9-CA4F-99B4-05356C02CE6C}" dt="2025-06-10T10:05:43.685" v="4928" actId="26606"/>
          <ac:picMkLst>
            <pc:docMk/>
            <pc:sldMk cId="2367437497" sldId="4727"/>
            <ac:picMk id="4100" creationId="{EF807252-196D-0CD7-C9EB-846A6A605053}"/>
          </ac:picMkLst>
        </pc:picChg>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pChg chg="mod">
          <ac:chgData name="Noritsuna Imamura" userId="5b2da16fa1785921" providerId="LiveId" clId="{EB93CECE-D8B9-CA4F-99B4-05356C02CE6C}" dt="2025-06-10T10:10:07.512" v="5013" actId="26606"/>
          <ac:spMkLst>
            <pc:docMk/>
            <pc:sldMk cId="1310166964" sldId="4729"/>
            <ac:spMk id="2" creationId="{ECB659BE-8304-E0E6-11EB-E13205166D36}"/>
          </ac:spMkLst>
        </pc:spChg>
        <pc:spChg chg="mod">
          <ac:chgData name="Noritsuna Imamura" userId="5b2da16fa1785921" providerId="LiveId" clId="{EB93CECE-D8B9-CA4F-99B4-05356C02CE6C}" dt="2025-06-10T10:10:48.865" v="5025" actId="20577"/>
          <ac:spMkLst>
            <pc:docMk/>
            <pc:sldMk cId="1310166964" sldId="4729"/>
            <ac:spMk id="3" creationId="{27CD87AF-2191-7550-7EE4-D0F47DC2F63E}"/>
          </ac:spMkLst>
        </pc:spChg>
        <pc:picChg chg="add mod">
          <ac:chgData name="Noritsuna Imamura" userId="5b2da16fa1785921" providerId="LiveId" clId="{EB93CECE-D8B9-CA4F-99B4-05356C02CE6C}" dt="2025-06-10T10:10:07.512" v="5013" actId="26606"/>
          <ac:picMkLst>
            <pc:docMk/>
            <pc:sldMk cId="1310166964" sldId="4729"/>
            <ac:picMk id="4" creationId="{4249DF1A-E507-ACB3-262B-E9715F6A0760}"/>
          </ac:picMkLst>
        </pc:picChg>
        <pc:picChg chg="add mod">
          <ac:chgData name="Noritsuna Imamura" userId="5b2da16fa1785921" providerId="LiveId" clId="{EB93CECE-D8B9-CA4F-99B4-05356C02CE6C}" dt="2025-06-10T10:10:07.512" v="5013" actId="26606"/>
          <ac:picMkLst>
            <pc:docMk/>
            <pc:sldMk cId="1310166964" sldId="4729"/>
            <ac:picMk id="6146" creationId="{B69ADD30-624E-1099-8ED8-FB25A9385B78}"/>
          </ac:picMkLst>
        </pc:picChg>
      </pc:sldChg>
      <pc:sldChg chg="addSp modSp new mod setBg">
        <pc:chgData name="Noritsuna Imamura" userId="5b2da16fa1785921" providerId="LiveId" clId="{EB93CECE-D8B9-CA4F-99B4-05356C02CE6C}" dt="2025-06-11T07:10:39.692" v="6842" actId="20577"/>
        <pc:sldMkLst>
          <pc:docMk/>
          <pc:sldMk cId="3484006046" sldId="4730"/>
        </pc:sldMkLst>
        <pc:spChg chg="mod">
          <ac:chgData name="Noritsuna Imamura" userId="5b2da16fa1785921" providerId="LiveId" clId="{EB93CECE-D8B9-CA4F-99B4-05356C02CE6C}" dt="2025-06-11T07:10:30.026" v="6830" actId="26606"/>
          <ac:spMkLst>
            <pc:docMk/>
            <pc:sldMk cId="3484006046" sldId="4730"/>
            <ac:spMk id="2" creationId="{B661C722-527B-35D6-53CB-E8E492F03B7D}"/>
          </ac:spMkLst>
        </pc:spChg>
        <pc:spChg chg="mod">
          <ac:chgData name="Noritsuna Imamura" userId="5b2da16fa1785921" providerId="LiveId" clId="{EB93CECE-D8B9-CA4F-99B4-05356C02CE6C}" dt="2025-06-11T07:10:39.692" v="6842" actId="20577"/>
          <ac:spMkLst>
            <pc:docMk/>
            <pc:sldMk cId="3484006046" sldId="4730"/>
            <ac:spMk id="3" creationId="{E3F868AD-5165-1917-92A4-458956376915}"/>
          </ac:spMkLst>
        </pc:spChg>
        <pc:picChg chg="add mod ord">
          <ac:chgData name="Noritsuna Imamura" userId="5b2da16fa1785921" providerId="LiveId" clId="{EB93CECE-D8B9-CA4F-99B4-05356C02CE6C}" dt="2025-06-11T07:10:30.026" v="6830" actId="26606"/>
          <ac:picMkLst>
            <pc:docMk/>
            <pc:sldMk cId="3484006046" sldId="4730"/>
            <ac:picMk id="8194" creationId="{A8BACACA-2521-1C69-E831-63241A5686B4}"/>
          </ac:picMkLst>
        </pc:picChg>
        <pc:picChg chg="add mod">
          <ac:chgData name="Noritsuna Imamura" userId="5b2da16fa1785921" providerId="LiveId" clId="{EB93CECE-D8B9-CA4F-99B4-05356C02CE6C}" dt="2025-06-11T07:10:30.026" v="6830" actId="26606"/>
          <ac:picMkLst>
            <pc:docMk/>
            <pc:sldMk cId="3484006046" sldId="4730"/>
            <ac:picMk id="8196" creationId="{4A31628A-667B-2100-01D6-3DDE8EDAB58A}"/>
          </ac:picMkLst>
        </pc:picChg>
      </pc:sldChg>
      <pc:sldChg chg="addSp modSp new mod setBg">
        <pc:chgData name="Noritsuna Imamura" userId="5b2da16fa1785921" providerId="LiveId" clId="{EB93CECE-D8B9-CA4F-99B4-05356C02CE6C}" dt="2025-06-11T07:11:53.413" v="6853" actId="26606"/>
        <pc:sldMkLst>
          <pc:docMk/>
          <pc:sldMk cId="2824113743" sldId="4731"/>
        </pc:sldMkLst>
        <pc:spChg chg="mod">
          <ac:chgData name="Noritsuna Imamura" userId="5b2da16fa1785921" providerId="LiveId" clId="{EB93CECE-D8B9-CA4F-99B4-05356C02CE6C}" dt="2025-06-11T07:11:53.413" v="6853" actId="26606"/>
          <ac:spMkLst>
            <pc:docMk/>
            <pc:sldMk cId="2824113743" sldId="4731"/>
            <ac:spMk id="2" creationId="{CB27180C-CD2D-9103-8F7C-E5D423E2835D}"/>
          </ac:spMkLst>
        </pc:spChg>
        <pc:spChg chg="mod">
          <ac:chgData name="Noritsuna Imamura" userId="5b2da16fa1785921" providerId="LiveId" clId="{EB93CECE-D8B9-CA4F-99B4-05356C02CE6C}" dt="2025-06-11T07:11:53.413" v="6853" actId="26606"/>
          <ac:spMkLst>
            <pc:docMk/>
            <pc:sldMk cId="2824113743" sldId="4731"/>
            <ac:spMk id="3" creationId="{AF3A93B1-9D46-1720-0A29-0CB1ADCD7BF1}"/>
          </ac:spMkLst>
        </pc:spChg>
        <pc:picChg chg="add mod">
          <ac:chgData name="Noritsuna Imamura" userId="5b2da16fa1785921" providerId="LiveId" clId="{EB93CECE-D8B9-CA4F-99B4-05356C02CE6C}" dt="2025-06-11T07:11:53.413" v="6853" actId="26606"/>
          <ac:picMkLst>
            <pc:docMk/>
            <pc:sldMk cId="2824113743" sldId="4731"/>
            <ac:picMk id="1026" creationId="{BE431170-80B0-EE5E-A68B-B388870AC02B}"/>
          </ac:picMkLst>
        </pc:picChg>
      </pc:sldChg>
      <pc:sldChg chg="addSp modSp mod ord setBg">
        <pc:chgData name="Noritsuna Imamura" userId="5b2da16fa1785921" providerId="LiveId" clId="{EB93CECE-D8B9-CA4F-99B4-05356C02CE6C}" dt="2025-06-11T06:43:52.955" v="6331" actId="20577"/>
        <pc:sldMkLst>
          <pc:docMk/>
          <pc:sldMk cId="509783487" sldId="4743"/>
        </pc:sldMkLst>
        <pc:spChg chg="mod">
          <ac:chgData name="Noritsuna Imamura" userId="5b2da16fa1785921" providerId="LiveId" clId="{EB93CECE-D8B9-CA4F-99B4-05356C02CE6C}" dt="2025-06-11T06:43:26.143" v="6288" actId="26606"/>
          <ac:spMkLst>
            <pc:docMk/>
            <pc:sldMk cId="509783487" sldId="4743"/>
            <ac:spMk id="2" creationId="{3243ADC2-ABF9-1B9D-5D32-E30E546BA6A4}"/>
          </ac:spMkLst>
        </pc:spChg>
        <pc:spChg chg="mod">
          <ac:chgData name="Noritsuna Imamura" userId="5b2da16fa1785921" providerId="LiveId" clId="{EB93CECE-D8B9-CA4F-99B4-05356C02CE6C}" dt="2025-06-11T06:43:52.955" v="6331" actId="20577"/>
          <ac:spMkLst>
            <pc:docMk/>
            <pc:sldMk cId="509783487" sldId="4743"/>
            <ac:spMk id="3" creationId="{419332CD-26A8-A483-E6D9-C3D4BFACC7A0}"/>
          </ac:spMkLst>
        </pc:spChg>
        <pc:spChg chg="add">
          <ac:chgData name="Noritsuna Imamura" userId="5b2da16fa1785921" providerId="LiveId" clId="{EB93CECE-D8B9-CA4F-99B4-05356C02CE6C}" dt="2025-06-11T06:43:26.143" v="6288" actId="26606"/>
          <ac:spMkLst>
            <pc:docMk/>
            <pc:sldMk cId="509783487" sldId="4743"/>
            <ac:spMk id="8" creationId="{DBF61EA3-B236-439E-9C0B-340980D56BEE}"/>
          </ac:spMkLst>
        </pc:spChg>
        <pc:spChg chg="add">
          <ac:chgData name="Noritsuna Imamura" userId="5b2da16fa1785921" providerId="LiveId" clId="{EB93CECE-D8B9-CA4F-99B4-05356C02CE6C}" dt="2025-06-11T06:43:26.143" v="6288" actId="26606"/>
          <ac:spMkLst>
            <pc:docMk/>
            <pc:sldMk cId="509783487" sldId="4743"/>
            <ac:spMk id="14" creationId="{E659831F-0D9A-4C63-9EBB-8435B85A440F}"/>
          </ac:spMkLst>
        </pc:spChg>
        <pc:grpChg chg="add">
          <ac:chgData name="Noritsuna Imamura" userId="5b2da16fa1785921" providerId="LiveId" clId="{EB93CECE-D8B9-CA4F-99B4-05356C02CE6C}" dt="2025-06-11T06:43:26.143" v="6288" actId="26606"/>
          <ac:grpSpMkLst>
            <pc:docMk/>
            <pc:sldMk cId="509783487" sldId="4743"/>
            <ac:grpSpMk id="10" creationId="{28FAF094-D087-493F-8DF9-A486C2D6BBAA}"/>
          </ac:grpSpMkLst>
        </pc:grpChg>
      </pc:sldChg>
      <pc:sldChg chg="addSp modSp mod ord setBg">
        <pc:chgData name="Noritsuna Imamura" userId="5b2da16fa1785921" providerId="LiveId" clId="{EB93CECE-D8B9-CA4F-99B4-05356C02CE6C}" dt="2025-06-11T06:48:41.473" v="6424" actId="20577"/>
        <pc:sldMkLst>
          <pc:docMk/>
          <pc:sldMk cId="1127406373" sldId="4747"/>
        </pc:sldMkLst>
        <pc:spChg chg="mod">
          <ac:chgData name="Noritsuna Imamura" userId="5b2da16fa1785921" providerId="LiveId" clId="{EB93CECE-D8B9-CA4F-99B4-05356C02CE6C}" dt="2025-06-11T06:48:33.524" v="6414" actId="26606"/>
          <ac:spMkLst>
            <pc:docMk/>
            <pc:sldMk cId="1127406373" sldId="4747"/>
            <ac:spMk id="2" creationId="{31B85C4B-D8B9-65E8-A3DC-DE39F9BE6996}"/>
          </ac:spMkLst>
        </pc:spChg>
        <pc:spChg chg="mod">
          <ac:chgData name="Noritsuna Imamura" userId="5b2da16fa1785921" providerId="LiveId" clId="{EB93CECE-D8B9-CA4F-99B4-05356C02CE6C}" dt="2025-06-11T06:48:41.473" v="6424" actId="20577"/>
          <ac:spMkLst>
            <pc:docMk/>
            <pc:sldMk cId="1127406373" sldId="4747"/>
            <ac:spMk id="3" creationId="{9728DFAC-AD1B-F775-1DBF-737BAE9C7D4C}"/>
          </ac:spMkLst>
        </pc:spChg>
        <pc:spChg chg="add">
          <ac:chgData name="Noritsuna Imamura" userId="5b2da16fa1785921" providerId="LiveId" clId="{EB93CECE-D8B9-CA4F-99B4-05356C02CE6C}" dt="2025-06-11T06:48:33.524" v="6414" actId="26606"/>
          <ac:spMkLst>
            <pc:docMk/>
            <pc:sldMk cId="1127406373" sldId="4747"/>
            <ac:spMk id="8" creationId="{4DA718D0-4865-4629-8134-44F68D41D574}"/>
          </ac:spMkLst>
        </pc:spChg>
        <pc:spChg chg="add">
          <ac:chgData name="Noritsuna Imamura" userId="5b2da16fa1785921" providerId="LiveId" clId="{EB93CECE-D8B9-CA4F-99B4-05356C02CE6C}" dt="2025-06-11T06:48:33.524" v="6414" actId="26606"/>
          <ac:spMkLst>
            <pc:docMk/>
            <pc:sldMk cId="1127406373" sldId="4747"/>
            <ac:spMk id="14" creationId="{CBC4F608-B4B8-48C3-9572-C0F061B1CD99}"/>
          </ac:spMkLst>
        </pc:spChg>
        <pc:grpChg chg="add">
          <ac:chgData name="Noritsuna Imamura" userId="5b2da16fa1785921" providerId="LiveId" clId="{EB93CECE-D8B9-CA4F-99B4-05356C02CE6C}" dt="2025-06-11T06:48:33.524" v="6414" actId="26606"/>
          <ac:grpSpMkLst>
            <pc:docMk/>
            <pc:sldMk cId="1127406373" sldId="4747"/>
            <ac:grpSpMk id="10" creationId="{65167ED7-6315-43AB-B1B6-C326D5FD8F84}"/>
          </ac:grpSpMkLst>
        </pc:grpChg>
      </pc:sldChg>
      <pc:sldChg chg="addSp modSp add del mod setBg">
        <pc:chgData name="Noritsuna Imamura" userId="5b2da16fa1785921" providerId="LiveId" clId="{EB93CECE-D8B9-CA4F-99B4-05356C02CE6C}" dt="2025-06-11T07:20:29.523" v="6992" actId="20577"/>
        <pc:sldMkLst>
          <pc:docMk/>
          <pc:sldMk cId="3072921204" sldId="4748"/>
        </pc:sldMkLst>
        <pc:spChg chg="mod">
          <ac:chgData name="Noritsuna Imamura" userId="5b2da16fa1785921" providerId="LiveId" clId="{EB93CECE-D8B9-CA4F-99B4-05356C02CE6C}" dt="2025-06-11T07:04:41.556" v="6778" actId="26606"/>
          <ac:spMkLst>
            <pc:docMk/>
            <pc:sldMk cId="3072921204" sldId="4748"/>
            <ac:spMk id="2" creationId="{4473AF30-C110-F15F-0ACC-5004D46594FE}"/>
          </ac:spMkLst>
        </pc:spChg>
        <pc:spChg chg="mod">
          <ac:chgData name="Noritsuna Imamura" userId="5b2da16fa1785921" providerId="LiveId" clId="{EB93CECE-D8B9-CA4F-99B4-05356C02CE6C}" dt="2025-06-11T07:20:29.523" v="6992" actId="20577"/>
          <ac:spMkLst>
            <pc:docMk/>
            <pc:sldMk cId="3072921204" sldId="4748"/>
            <ac:spMk id="4" creationId="{3DB7F407-0A7A-1816-27AE-FF79DE7AD842}"/>
          </ac:spMkLst>
        </pc:spChg>
        <pc:spChg chg="add">
          <ac:chgData name="Noritsuna Imamura" userId="5b2da16fa1785921" providerId="LiveId" clId="{EB93CECE-D8B9-CA4F-99B4-05356C02CE6C}" dt="2025-06-11T07:04:41.556" v="6778" actId="26606"/>
          <ac:spMkLst>
            <pc:docMk/>
            <pc:sldMk cId="3072921204" sldId="4748"/>
            <ac:spMk id="9" creationId="{DBF61EA3-B236-439E-9C0B-340980D56BEE}"/>
          </ac:spMkLst>
        </pc:spChg>
        <pc:spChg chg="add">
          <ac:chgData name="Noritsuna Imamura" userId="5b2da16fa1785921" providerId="LiveId" clId="{EB93CECE-D8B9-CA4F-99B4-05356C02CE6C}" dt="2025-06-11T07:04:41.556" v="6778" actId="26606"/>
          <ac:spMkLst>
            <pc:docMk/>
            <pc:sldMk cId="3072921204" sldId="4748"/>
            <ac:spMk id="15" creationId="{E659831F-0D9A-4C63-9EBB-8435B85A440F}"/>
          </ac:spMkLst>
        </pc:spChg>
        <pc:grpChg chg="add">
          <ac:chgData name="Noritsuna Imamura" userId="5b2da16fa1785921" providerId="LiveId" clId="{EB93CECE-D8B9-CA4F-99B4-05356C02CE6C}" dt="2025-06-11T07:04:41.556" v="6778" actId="26606"/>
          <ac:grpSpMkLst>
            <pc:docMk/>
            <pc:sldMk cId="3072921204" sldId="4748"/>
            <ac:grpSpMk id="11" creationId="{28FAF094-D087-493F-8DF9-A486C2D6BBAA}"/>
          </ac:grpSpMkLst>
        </pc:grpChg>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pChg chg="mod">
          <ac:chgData name="Noritsuna Imamura" userId="5b2da16fa1785921" providerId="LiveId" clId="{EB93CECE-D8B9-CA4F-99B4-05356C02CE6C}" dt="2025-06-11T06:28:51.782" v="6026" actId="20577"/>
          <ac:spMkLst>
            <pc:docMk/>
            <pc:sldMk cId="3913641637" sldId="4750"/>
            <ac:spMk id="2" creationId="{F1B30DFF-9517-093A-EB98-C02612BA5D4E}"/>
          </ac:spMkLst>
        </pc:spChg>
        <pc:spChg chg="mod">
          <ac:chgData name="Noritsuna Imamura" userId="5b2da16fa1785921" providerId="LiveId" clId="{EB93CECE-D8B9-CA4F-99B4-05356C02CE6C}" dt="2025-06-11T07:07:37.996" v="6794"/>
          <ac:spMkLst>
            <pc:docMk/>
            <pc:sldMk cId="3913641637" sldId="4750"/>
            <ac:spMk id="3" creationId="{3F20075B-6421-0E05-8431-3BF489AE1966}"/>
          </ac:spMkLst>
        </pc:spChg>
        <pc:spChg chg="mod">
          <ac:chgData name="Noritsuna Imamura" userId="5b2da16fa1785921" providerId="LiveId" clId="{EB93CECE-D8B9-CA4F-99B4-05356C02CE6C}" dt="2025-06-11T06:27:33.063" v="6012" actId="1076"/>
          <ac:spMkLst>
            <pc:docMk/>
            <pc:sldMk cId="3913641637" sldId="4750"/>
            <ac:spMk id="6" creationId="{2121E105-24B2-EE19-6BBB-471217D75E8A}"/>
          </ac:spMkLst>
        </pc:spChg>
        <pc:spChg chg="mod">
          <ac:chgData name="Noritsuna Imamura" userId="5b2da16fa1785921" providerId="LiveId" clId="{EB93CECE-D8B9-CA4F-99B4-05356C02CE6C}" dt="2025-06-11T06:28:06.240" v="6018" actId="207"/>
          <ac:spMkLst>
            <pc:docMk/>
            <pc:sldMk cId="3913641637" sldId="4750"/>
            <ac:spMk id="7" creationId="{3BC8C080-33A3-825D-9EED-BB9E825F4249}"/>
          </ac:spMkLst>
        </pc:spChg>
        <pc:spChg chg="mod">
          <ac:chgData name="Noritsuna Imamura" userId="5b2da16fa1785921" providerId="LiveId" clId="{EB93CECE-D8B9-CA4F-99B4-05356C02CE6C}" dt="2025-06-11T06:27:33.063" v="6012" actId="1076"/>
          <ac:spMkLst>
            <pc:docMk/>
            <pc:sldMk cId="3913641637" sldId="4750"/>
            <ac:spMk id="8" creationId="{BA406BD6-1162-8B31-28F1-BE19BF81A7D7}"/>
          </ac:spMkLst>
        </pc:spChg>
        <pc:spChg chg="mod">
          <ac:chgData name="Noritsuna Imamura" userId="5b2da16fa1785921" providerId="LiveId" clId="{EB93CECE-D8B9-CA4F-99B4-05356C02CE6C}" dt="2025-06-11T06:28:53.542" v="6028" actId="207"/>
          <ac:spMkLst>
            <pc:docMk/>
            <pc:sldMk cId="3913641637" sldId="4750"/>
            <ac:spMk id="9" creationId="{DD61D971-ED65-0809-9075-2B7C52F15D47}"/>
          </ac:spMkLst>
        </pc:spChg>
        <pc:spChg chg="mod">
          <ac:chgData name="Noritsuna Imamura" userId="5b2da16fa1785921" providerId="LiveId" clId="{EB93CECE-D8B9-CA4F-99B4-05356C02CE6C}" dt="2025-06-11T06:27:33.063" v="6012" actId="1076"/>
          <ac:spMkLst>
            <pc:docMk/>
            <pc:sldMk cId="3913641637" sldId="4750"/>
            <ac:spMk id="10" creationId="{AE747309-C11C-FA3D-EB2B-A2E1F073214A}"/>
          </ac:spMkLst>
        </pc:spChg>
        <pc:spChg chg="mod">
          <ac:chgData name="Noritsuna Imamura" userId="5b2da16fa1785921" providerId="LiveId" clId="{EB93CECE-D8B9-CA4F-99B4-05356C02CE6C}" dt="2025-06-11T06:28:00.485" v="6017" actId="207"/>
          <ac:spMkLst>
            <pc:docMk/>
            <pc:sldMk cId="3913641637" sldId="4750"/>
            <ac:spMk id="11" creationId="{6BE19294-42BA-4A8F-DE25-81DFD6DA2505}"/>
          </ac:spMkLst>
        </pc:spChg>
        <pc:spChg chg="add">
          <ac:chgData name="Noritsuna Imamura" userId="5b2da16fa1785921" providerId="LiveId" clId="{EB93CECE-D8B9-CA4F-99B4-05356C02CE6C}" dt="2025-06-11T06:27:30.663" v="6011" actId="26606"/>
          <ac:spMkLst>
            <pc:docMk/>
            <pc:sldMk cId="3913641637" sldId="4750"/>
            <ac:spMk id="30" creationId="{058A14AF-9FB5-4CC7-BA35-E8E85D3EDF0E}"/>
          </ac:spMkLst>
        </pc:spChg>
        <pc:spChg chg="add">
          <ac:chgData name="Noritsuna Imamura" userId="5b2da16fa1785921" providerId="LiveId" clId="{EB93CECE-D8B9-CA4F-99B4-05356C02CE6C}" dt="2025-06-11T06:27:30.663" v="6011" actId="26606"/>
          <ac:spMkLst>
            <pc:docMk/>
            <pc:sldMk cId="3913641637" sldId="4750"/>
            <ac:spMk id="31" creationId="{3A9A4357-BD1D-4622-A4FE-766E6AB8DE84}"/>
          </ac:spMkLst>
        </pc:spChg>
        <pc:spChg chg="add">
          <ac:chgData name="Noritsuna Imamura" userId="5b2da16fa1785921" providerId="LiveId" clId="{EB93CECE-D8B9-CA4F-99B4-05356C02CE6C}" dt="2025-06-11T06:27:30.663" v="6011" actId="26606"/>
          <ac:spMkLst>
            <pc:docMk/>
            <pc:sldMk cId="3913641637" sldId="4750"/>
            <ac:spMk id="32" creationId="{E659831F-0D9A-4C63-9EBB-8435B85A440F}"/>
          </ac:spMkLst>
        </pc:spChg>
        <pc:spChg chg="add">
          <ac:chgData name="Noritsuna Imamura" userId="5b2da16fa1785921" providerId="LiveId" clId="{EB93CECE-D8B9-CA4F-99B4-05356C02CE6C}" dt="2025-06-11T06:27:30.663" v="6011" actId="26606"/>
          <ac:spMkLst>
            <pc:docMk/>
            <pc:sldMk cId="3913641637" sldId="4750"/>
            <ac:spMk id="33" creationId="{E6995CE5-F890-4ABA-82A2-26507CE8D2A3}"/>
          </ac:spMkLst>
        </pc:spChg>
        <pc:grpChg chg="add mod">
          <ac:chgData name="Noritsuna Imamura" userId="5b2da16fa1785921" providerId="LiveId" clId="{EB93CECE-D8B9-CA4F-99B4-05356C02CE6C}" dt="2025-06-11T06:27:33.063" v="6012" actId="1076"/>
          <ac:grpSpMkLst>
            <pc:docMk/>
            <pc:sldMk cId="3913641637" sldId="4750"/>
            <ac:grpSpMk id="4" creationId="{975C38F8-7F00-BB0C-7710-145CAE9C1D11}"/>
          </ac:grpSpMkLst>
        </pc:grpChg>
        <pc:picChg chg="mod">
          <ac:chgData name="Noritsuna Imamura" userId="5b2da16fa1785921" providerId="LiveId" clId="{EB93CECE-D8B9-CA4F-99B4-05356C02CE6C}" dt="2025-06-11T06:27:33.063" v="6012" actId="1076"/>
          <ac:picMkLst>
            <pc:docMk/>
            <pc:sldMk cId="3913641637" sldId="4750"/>
            <ac:picMk id="5" creationId="{8C53A28A-5EEA-C801-DEC9-F81BCF734C79}"/>
          </ac:picMkLst>
        </pc:picChg>
      </pc:sldChg>
      <pc:sldChg chg="addSp modSp new mod ord setBg">
        <pc:chgData name="Noritsuna Imamura" userId="5b2da16fa1785921" providerId="LiveId" clId="{EB93CECE-D8B9-CA4F-99B4-05356C02CE6C}" dt="2025-06-11T06:32:37.519" v="6222" actId="26606"/>
        <pc:sldMkLst>
          <pc:docMk/>
          <pc:sldMk cId="3391287436" sldId="4751"/>
        </pc:sldMkLst>
        <pc:spChg chg="mod">
          <ac:chgData name="Noritsuna Imamura" userId="5b2da16fa1785921" providerId="LiveId" clId="{EB93CECE-D8B9-CA4F-99B4-05356C02CE6C}" dt="2025-06-11T06:32:37.519" v="6222" actId="26606"/>
          <ac:spMkLst>
            <pc:docMk/>
            <pc:sldMk cId="3391287436" sldId="4751"/>
            <ac:spMk id="2" creationId="{D6092CD1-CDC2-42DD-4C62-AB9CF0B5B420}"/>
          </ac:spMkLst>
        </pc:spChg>
        <pc:spChg chg="mod">
          <ac:chgData name="Noritsuna Imamura" userId="5b2da16fa1785921" providerId="LiveId" clId="{EB93CECE-D8B9-CA4F-99B4-05356C02CE6C}" dt="2025-06-11T06:32:37.519" v="6222" actId="26606"/>
          <ac:spMkLst>
            <pc:docMk/>
            <pc:sldMk cId="3391287436" sldId="4751"/>
            <ac:spMk id="3" creationId="{A6FCB5E1-38AF-5134-9188-501A1F4DBE72}"/>
          </ac:spMkLst>
        </pc:spChg>
        <pc:spChg chg="add">
          <ac:chgData name="Noritsuna Imamura" userId="5b2da16fa1785921" providerId="LiveId" clId="{EB93CECE-D8B9-CA4F-99B4-05356C02CE6C}" dt="2025-06-11T06:32:37.519" v="6222" actId="26606"/>
          <ac:spMkLst>
            <pc:docMk/>
            <pc:sldMk cId="3391287436" sldId="4751"/>
            <ac:spMk id="9" creationId="{201CC55D-ED54-4C5C-95E6-10947BD1103B}"/>
          </ac:spMkLst>
        </pc:spChg>
        <pc:spChg chg="add">
          <ac:chgData name="Noritsuna Imamura" userId="5b2da16fa1785921" providerId="LiveId" clId="{EB93CECE-D8B9-CA4F-99B4-05356C02CE6C}" dt="2025-06-11T06:32:37.519" v="6222" actId="26606"/>
          <ac:spMkLst>
            <pc:docMk/>
            <pc:sldMk cId="3391287436" sldId="4751"/>
            <ac:spMk id="15" creationId="{3873B707-463F-40B0-8227-E8CC6C67EB25}"/>
          </ac:spMkLst>
        </pc:spChg>
        <pc:spChg chg="add">
          <ac:chgData name="Noritsuna Imamura" userId="5b2da16fa1785921" providerId="LiveId" clId="{EB93CECE-D8B9-CA4F-99B4-05356C02CE6C}" dt="2025-06-11T06:32:37.519" v="6222" actId="26606"/>
          <ac:spMkLst>
            <pc:docMk/>
            <pc:sldMk cId="3391287436" sldId="4751"/>
            <ac:spMk id="17" creationId="{C13237C8-E62C-4F0D-A318-BD6FB6C2D138}"/>
          </ac:spMkLst>
        </pc:spChg>
        <pc:spChg chg="add">
          <ac:chgData name="Noritsuna Imamura" userId="5b2da16fa1785921" providerId="LiveId" clId="{EB93CECE-D8B9-CA4F-99B4-05356C02CE6C}" dt="2025-06-11T06:32:37.519" v="6222" actId="26606"/>
          <ac:spMkLst>
            <pc:docMk/>
            <pc:sldMk cId="3391287436" sldId="4751"/>
            <ac:spMk id="19" creationId="{19C9EAEA-39D0-4B0E-A0EB-51E7B26740B1}"/>
          </ac:spMkLst>
        </pc:spChg>
        <pc:grpChg chg="add">
          <ac:chgData name="Noritsuna Imamura" userId="5b2da16fa1785921" providerId="LiveId" clId="{EB93CECE-D8B9-CA4F-99B4-05356C02CE6C}" dt="2025-06-11T06:32:37.519" v="6222" actId="26606"/>
          <ac:grpSpMkLst>
            <pc:docMk/>
            <pc:sldMk cId="3391287436" sldId="4751"/>
            <ac:grpSpMk id="11" creationId="{1DE889C7-FAD6-4397-98E2-05D503484459}"/>
          </ac:grpSpMkLst>
        </pc:grpChg>
        <pc:picChg chg="add mod">
          <ac:chgData name="Noritsuna Imamura" userId="5b2da16fa1785921" providerId="LiveId" clId="{EB93CECE-D8B9-CA4F-99B4-05356C02CE6C}" dt="2025-06-11T06:32:37.519" v="6222" actId="26606"/>
          <ac:picMkLst>
            <pc:docMk/>
            <pc:sldMk cId="3391287436" sldId="4751"/>
            <ac:picMk id="4" creationId="{2A930935-9230-82E7-AB4E-9671F5C583A9}"/>
          </ac:picMkLst>
        </pc:picChg>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pChg chg="mod">
          <ac:chgData name="Noritsuna Imamura" userId="5b2da16fa1785921" providerId="LiveId" clId="{4FEEECD2-FE66-47B5-95CD-0D02A82ACF45}" dt="2025-05-13T07:17:45.608" v="27" actId="404"/>
          <ac:spMkLst>
            <pc:docMk/>
            <pc:sldMk cId="457667663" sldId="256"/>
            <ac:spMk id="2" creationId="{F985B9EF-5891-44BD-296C-D3F4FB4314FA}"/>
          </ac:spMkLst>
        </pc:spChg>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mod setBg addAnim delAnim modAnim setClrOvrMap">
        <pc:chgData name="Noritsuna Imamura" userId="5b2da16fa1785921" providerId="LiveId" clId="{DA4C7C4B-02A5-46A1-9434-A5065C996509}" dt="2024-06-09T05:18:05.072" v="2874" actId="14100"/>
        <pc:sldMkLst>
          <pc:docMk/>
          <pc:sldMk cId="457667663" sldId="256"/>
        </pc:sldMkLst>
      </pc:sldChg>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pChg chg="mod">
          <ac:chgData name="Noritsuna Imamura" userId="5b2da16fa1785921" providerId="LiveId" clId="{08380AE4-E624-400D-9ABE-31790AAE6759}" dt="2025-05-16T03:57:11.828" v="2522" actId="20577"/>
          <ac:spMkLst>
            <pc:docMk/>
            <pc:sldMk cId="457667663" sldId="256"/>
            <ac:spMk id="2" creationId="{F985B9EF-5891-44BD-296C-D3F4FB4314FA}"/>
          </ac:spMkLst>
        </pc:spChg>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pChg chg="mod">
          <ac:chgData name="Noritsuna Imamura" userId="5b2da16fa1785921" providerId="LiveId" clId="{08380AE4-E624-400D-9ABE-31790AAE6759}" dt="2025-05-15T09:22:28.896" v="0" actId="26606"/>
          <ac:spMkLst>
            <pc:docMk/>
            <pc:sldMk cId="703410751" sldId="4575"/>
            <ac:spMk id="2" creationId="{EC570266-F5A9-AEFD-C63D-7C9E35B7B5A2}"/>
          </ac:spMkLst>
        </pc:spChg>
        <pc:spChg chg="mod">
          <ac:chgData name="Noritsuna Imamura" userId="5b2da16fa1785921" providerId="LiveId" clId="{08380AE4-E624-400D-9ABE-31790AAE6759}" dt="2025-05-15T09:33:15.668" v="268" actId="20577"/>
          <ac:spMkLst>
            <pc:docMk/>
            <pc:sldMk cId="703410751" sldId="4575"/>
            <ac:spMk id="3" creationId="{BCBD60B4-9F8C-90F5-96FA-668DAD8F657E}"/>
          </ac:spMkLst>
        </pc:spChg>
        <pc:spChg chg="add">
          <ac:chgData name="Noritsuna Imamura" userId="5b2da16fa1785921" providerId="LiveId" clId="{08380AE4-E624-400D-9ABE-31790AAE6759}" dt="2025-05-15T09:22:28.896" v="0" actId="26606"/>
          <ac:spMkLst>
            <pc:docMk/>
            <pc:sldMk cId="703410751" sldId="4575"/>
            <ac:spMk id="8" creationId="{1BB867FF-FC45-48F7-8104-F89BE54909F1}"/>
          </ac:spMkLst>
        </pc:spChg>
        <pc:spChg chg="add">
          <ac:chgData name="Noritsuna Imamura" userId="5b2da16fa1785921" providerId="LiveId" clId="{08380AE4-E624-400D-9ABE-31790AAE6759}" dt="2025-05-15T09:22:28.896" v="0" actId="26606"/>
          <ac:spMkLst>
            <pc:docMk/>
            <pc:sldMk cId="703410751" sldId="4575"/>
            <ac:spMk id="10" creationId="{8BB56887-D0D5-4F0C-9E19-7247EB83C8B7}"/>
          </ac:spMkLst>
        </pc:spChg>
        <pc:spChg chg="add">
          <ac:chgData name="Noritsuna Imamura" userId="5b2da16fa1785921" providerId="LiveId" clId="{08380AE4-E624-400D-9ABE-31790AAE6759}" dt="2025-05-15T09:22:28.896" v="0" actId="26606"/>
          <ac:spMkLst>
            <pc:docMk/>
            <pc:sldMk cId="703410751" sldId="4575"/>
            <ac:spMk id="12" creationId="{081E4A58-353D-44AE-B2FC-2A74E2E400F7}"/>
          </ac:spMkLst>
        </pc:spChg>
        <pc:picChg chg="add mod">
          <ac:chgData name="Noritsuna Imamura" userId="5b2da16fa1785921" providerId="LiveId" clId="{08380AE4-E624-400D-9ABE-31790AAE6759}" dt="2025-05-15T10:40:25.980" v="1078" actId="1076"/>
          <ac:picMkLst>
            <pc:docMk/>
            <pc:sldMk cId="703410751" sldId="4575"/>
            <ac:picMk id="17" creationId="{A952A26C-EFD0-0538-99B4-EF7A71D08833}"/>
          </ac:picMkLst>
        </pc:picChg>
        <pc:picChg chg="add mod">
          <ac:chgData name="Noritsuna Imamura" userId="5b2da16fa1785921" providerId="LiveId" clId="{08380AE4-E624-400D-9ABE-31790AAE6759}" dt="2025-05-15T09:33:22.571" v="271" actId="1076"/>
          <ac:picMkLst>
            <pc:docMk/>
            <pc:sldMk cId="703410751" sldId="4575"/>
            <ac:picMk id="1026" creationId="{30D46E2B-6B83-FB22-45F7-817C92AB9ED3}"/>
          </ac:picMkLst>
        </pc:picChg>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pChg chg="mod">
          <ac:chgData name="Noritsuna Imamura" userId="5b2da16fa1785921" providerId="LiveId" clId="{08380AE4-E624-400D-9ABE-31790AAE6759}" dt="2025-05-15T14:02:29.600" v="2132" actId="26606"/>
          <ac:spMkLst>
            <pc:docMk/>
            <pc:sldMk cId="3124218796" sldId="4579"/>
            <ac:spMk id="2" creationId="{CA604EB9-5A71-B971-4868-6BEB583BFAD0}"/>
          </ac:spMkLst>
        </pc:spChg>
        <pc:spChg chg="mod ord">
          <ac:chgData name="Noritsuna Imamura" userId="5b2da16fa1785921" providerId="LiveId" clId="{08380AE4-E624-400D-9ABE-31790AAE6759}" dt="2025-05-15T14:06:26.541" v="2392" actId="20577"/>
          <ac:spMkLst>
            <pc:docMk/>
            <pc:sldMk cId="3124218796" sldId="4579"/>
            <ac:spMk id="3" creationId="{588FC0CE-6050-00F0-D6E1-9AC539C8D804}"/>
          </ac:spMkLst>
        </pc:spChg>
        <pc:spChg chg="add">
          <ac:chgData name="Noritsuna Imamura" userId="5b2da16fa1785921" providerId="LiveId" clId="{08380AE4-E624-400D-9ABE-31790AAE6759}" dt="2025-05-15T14:02:29.600" v="2132" actId="26606"/>
          <ac:spMkLst>
            <pc:docMk/>
            <pc:sldMk cId="3124218796" sldId="4579"/>
            <ac:spMk id="17" creationId="{1B15ED52-F352-441B-82BF-E0EA34836D08}"/>
          </ac:spMkLst>
        </pc:spChg>
        <pc:spChg chg="add">
          <ac:chgData name="Noritsuna Imamura" userId="5b2da16fa1785921" providerId="LiveId" clId="{08380AE4-E624-400D-9ABE-31790AAE6759}" dt="2025-05-15T14:02:29.600" v="2132" actId="26606"/>
          <ac:spMkLst>
            <pc:docMk/>
            <pc:sldMk cId="3124218796" sldId="4579"/>
            <ac:spMk id="19" creationId="{3B2E3793-BFE6-45A2-9B7B-E18844431C99}"/>
          </ac:spMkLst>
        </pc:spChg>
        <pc:spChg chg="add">
          <ac:chgData name="Noritsuna Imamura" userId="5b2da16fa1785921" providerId="LiveId" clId="{08380AE4-E624-400D-9ABE-31790AAE6759}" dt="2025-05-15T14:02:29.600" v="2132" actId="26606"/>
          <ac:spMkLst>
            <pc:docMk/>
            <pc:sldMk cId="3124218796" sldId="4579"/>
            <ac:spMk id="21" creationId="{BC4C4868-CB8F-4AF9-9CDB-8108F2C19B67}"/>
          </ac:spMkLst>
        </pc:spChg>
        <pc:spChg chg="add">
          <ac:chgData name="Noritsuna Imamura" userId="5b2da16fa1785921" providerId="LiveId" clId="{08380AE4-E624-400D-9ABE-31790AAE6759}" dt="2025-05-15T14:02:29.600" v="2132" actId="26606"/>
          <ac:spMkLst>
            <pc:docMk/>
            <pc:sldMk cId="3124218796" sldId="4579"/>
            <ac:spMk id="23" creationId="{375E0459-6403-40CD-989D-56A4407CA12E}"/>
          </ac:spMkLst>
        </pc:spChg>
        <pc:spChg chg="add">
          <ac:chgData name="Noritsuna Imamura" userId="5b2da16fa1785921" providerId="LiveId" clId="{08380AE4-E624-400D-9ABE-31790AAE6759}" dt="2025-05-15T14:02:29.600" v="2132" actId="26606"/>
          <ac:spMkLst>
            <pc:docMk/>
            <pc:sldMk cId="3124218796" sldId="4579"/>
            <ac:spMk id="25" creationId="{53E5B1A8-3AC9-4BD1-9BBC-78CA94F2D1BA}"/>
          </ac:spMkLst>
        </pc:spChg>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err="1"/>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err="1"/>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err="1"/>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err="1"/>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600"/>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2025/6/23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2025/6/23</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2025/6/23</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ishi-kai/openmpw-transistor-level-examples/tree/main/OR1/PTC06" TargetMode="External"/><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8.png"/><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5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95.jpe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5.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png"/></Relationships>
</file>

<file path=ppt/slides/_rels/slide9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9.png"/></Relationships>
</file>

<file path=ppt/slides/_rels/slide9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02.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png"/><Relationship Id="rId1" Type="http://schemas.openxmlformats.org/officeDocument/2006/relationships/slideLayout" Target="../slideLayouts/slideLayout2.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109.png"/><Relationship Id="rId10" Type="http://schemas.openxmlformats.org/officeDocument/2006/relationships/image" Target="../media/image114.png"/><Relationship Id="rId4" Type="http://schemas.openxmlformats.org/officeDocument/2006/relationships/image" Target="../media/image108.png"/><Relationship Id="rId9" Type="http://schemas.openxmlformats.org/officeDocument/2006/relationships/image" Target="../media/image113.png"/></Relationships>
</file>

<file path=ppt/slides/_rels/slide10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 Id="rId5" Type="http://schemas.openxmlformats.org/officeDocument/2006/relationships/image" Target="../media/image123.png"/><Relationship Id="rId4" Type="http://schemas.openxmlformats.org/officeDocument/2006/relationships/image" Target="../media/image12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4" Type="http://schemas.openxmlformats.org/officeDocument/2006/relationships/image" Target="../media/image145.png"/></Relationships>
</file>

<file path=ppt/slides/_rels/slide133.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 Id="rId4" Type="http://schemas.openxmlformats.org/officeDocument/2006/relationships/image" Target="../media/image154.png"/></Relationships>
</file>

<file path=ppt/slides/_rels/slide14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OPAMP</a:t>
            </a:r>
            <a:r>
              <a:rPr kumimoji="1" lang="ja-JP" altLang="en-US" sz="8000">
                <a:solidFill>
                  <a:schemeClr val="bg1"/>
                </a:solidFill>
              </a:rPr>
              <a:t>設計（</a:t>
            </a:r>
            <a:r>
              <a:rPr kumimoji="1" lang="en-US" altLang="ja-JP" sz="8000">
                <a:solidFill>
                  <a:schemeClr val="bg1"/>
                </a:solidFill>
              </a:rPr>
              <a:t>OR1</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電流源編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err="1"/>
              <a:t>Ibias</a:t>
            </a:r>
            <a:r>
              <a:rPr lang="ja-JP" altLang="en-US"/>
              <a:t>（バイアス電流）</a:t>
            </a:r>
            <a:endParaRPr lang="en-US" altLang="ja-JP"/>
          </a:p>
          <a:p>
            <a:r>
              <a:rPr lang="ja-JP" altLang="en-US"/>
              <a:t>電流源</a:t>
            </a:r>
            <a:endParaRPr lang="en-US" altLang="ja-JP"/>
          </a:p>
          <a:p>
            <a:r>
              <a:rPr kumimoji="1" lang="ja-JP" altLang="en-US"/>
              <a:t>カレントミラー</a:t>
            </a:r>
            <a:endParaRPr kumimoji="1" lang="en-US" altLang="ja-JP"/>
          </a:p>
          <a:p>
            <a:r>
              <a:rPr lang="ja-JP" altLang="en-US"/>
              <a:t>カスコード接続</a:t>
            </a:r>
            <a:endParaRPr lang="en-US" altLang="ja-JP"/>
          </a:p>
          <a:p>
            <a:r>
              <a:rPr kumimoji="1" lang="ja-JP" altLang="en-US"/>
              <a:t>電流源の使い方</a:t>
            </a:r>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kumimoji="1" lang="ja-JP" altLang="en-US" dirty="0"/>
              <a:t>差動増幅段</a:t>
            </a:r>
            <a:endParaRPr kumimoji="1" lang="en-US" altLang="ja-JP" dirty="0"/>
          </a:p>
          <a:p>
            <a:r>
              <a:rPr lang="ja-JP" altLang="en-US" dirty="0"/>
              <a:t>ソース接地増幅段</a:t>
            </a:r>
            <a:endParaRPr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endParaRPr kumimoji="1" lang="en-US" altLang="ja-JP" dirty="0"/>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4807132"/>
          </a:xfrm>
        </p:spPr>
        <p:txBody>
          <a:bodyPr anchor="t">
            <a:normAutofit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700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a:p>
            <a:r>
              <a:rPr lang="ja-JP" altLang="en-US" sz="2400">
                <a:solidFill>
                  <a:schemeClr val="bg1"/>
                </a:solidFill>
              </a:rPr>
              <a:t>電流源</a:t>
            </a:r>
            <a:endParaRPr lang="en-US" altLang="ja-JP" sz="2400">
              <a:solidFill>
                <a:schemeClr val="bg1"/>
              </a:solidFill>
            </a:endParaRPr>
          </a:p>
        </p:txBody>
      </p:sp>
      <p:pic>
        <p:nvPicPr>
          <p:cNvPr id="5" name="図 4" descr="グラフィカル ユーザー インターフェイス&#10;&#10;AI によって生成されたコンテンツは間違っている可能性があります。">
            <a:extLst>
              <a:ext uri="{FF2B5EF4-FFF2-40B4-BE49-F238E27FC236}">
                <a16:creationId xmlns:a16="http://schemas.microsoft.com/office/drawing/2014/main" id="{4F663810-91F0-86E3-582A-B6D864099AC4}"/>
              </a:ext>
            </a:extLst>
          </p:cNvPr>
          <p:cNvPicPr>
            <a:picLocks noChangeAspect="1"/>
          </p:cNvPicPr>
          <p:nvPr/>
        </p:nvPicPr>
        <p:blipFill>
          <a:blip r:embed="rId2">
            <a:extLst>
              <a:ext uri="{28A0092B-C50C-407E-A947-70E740481C1C}">
                <a14:useLocalDpi xmlns:a14="http://schemas.microsoft.com/office/drawing/2010/main" val="0"/>
              </a:ext>
            </a:extLst>
          </a:blip>
          <a:srcRect l="18195" t="23363" r="9021" b="15615"/>
          <a:stretch/>
        </p:blipFill>
        <p:spPr>
          <a:xfrm>
            <a:off x="-33337" y="-143122"/>
            <a:ext cx="12308855" cy="5514720"/>
          </a:xfrm>
          <a:prstGeom prst="rect">
            <a:avLst/>
          </a:prstGeom>
        </p:spPr>
      </p:pic>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474483" cy="307777"/>
          </a:xfrm>
          <a:prstGeom prst="rect">
            <a:avLst/>
          </a:prstGeom>
          <a:noFill/>
        </p:spPr>
        <p:txBody>
          <a:bodyPr wrap="square" rtlCol="0">
            <a:spAutoFit/>
          </a:bodyPr>
          <a:lstStyle/>
          <a:p>
            <a:r>
              <a:rPr kumimoji="1" lang="en-US" altLang="ja-JP" sz="1400">
                <a:solidFill>
                  <a:schemeClr val="bg1"/>
                </a:solidFill>
              </a:rPr>
              <a:t>https://github.com/ishi-kai/openmpw-transistor-level-examples/tree/main/OR1/PTC06</a:t>
            </a:r>
            <a:endParaRPr kumimoji="1" lang="ja-JP" altLang="en-US" sz="1400">
              <a:solidFill>
                <a:schemeClr val="bg1"/>
              </a:solidFill>
            </a:endParaRPr>
          </a:p>
        </p:txBody>
      </p:sp>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err="1"/>
              <a:t>Rds</a:t>
            </a:r>
            <a:r>
              <a:rPr lang="en-US" altLang="ja-JP" sz="2800"/>
              <a:t> (1/</a:t>
            </a:r>
            <a:r>
              <a:rPr lang="en-US" altLang="ja-JP" sz="2800" err="1"/>
              <a:t>gds</a:t>
            </a:r>
            <a:r>
              <a:rPr lang="en-US" altLang="ja-JP" sz="2800"/>
              <a:t>)</a:t>
            </a:r>
          </a:p>
        </p:txBody>
      </p:sp>
    </p:spTree>
    <p:extLst>
      <p:ext uri="{BB962C8B-B14F-4D97-AF65-F5344CB8AC3E}">
        <p14:creationId xmlns:p14="http://schemas.microsoft.com/office/powerpoint/2010/main" val="2561869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err="1"/>
              <a:t>Vgs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a:t>
            </a:r>
            <a:r>
              <a:rPr lang="en-US" altLang="ja-JP" sz="4800" err="1"/>
              <a:t>Vds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err="1"/>
              <a:t>Vgs</a:t>
            </a:r>
            <a:r>
              <a:rPr lang="en-US" altLang="ja-JP" sz="3600"/>
              <a:t>–Id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556907"/>
          </a:xfrm>
        </p:spPr>
        <p:txBody>
          <a:bodyPr anchor="ctr">
            <a:normAutofit/>
          </a:bodyPr>
          <a:lstStyle/>
          <a:p>
            <a:r>
              <a:rPr lang="en-US" altLang="ja-JP" sz="1800"/>
              <a:t>OR1</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p>
        </p:txBody>
      </p:sp>
      <p:pic>
        <p:nvPicPr>
          <p:cNvPr id="7" name="図 6">
            <a:extLst>
              <a:ext uri="{FF2B5EF4-FFF2-40B4-BE49-F238E27FC236}">
                <a16:creationId xmlns:a16="http://schemas.microsoft.com/office/drawing/2014/main" id="{30D43A7D-1FB0-718C-9144-D60FC63D0C51}"/>
              </a:ext>
            </a:extLst>
          </p:cNvPr>
          <p:cNvPicPr>
            <a:picLocks noChangeAspect="1"/>
          </p:cNvPicPr>
          <p:nvPr/>
        </p:nvPicPr>
        <p:blipFill>
          <a:blip r:embed="rId2"/>
          <a:stretch>
            <a:fillRect/>
          </a:stretch>
        </p:blipFill>
        <p:spPr>
          <a:xfrm>
            <a:off x="664090" y="307109"/>
            <a:ext cx="10773574" cy="3891350"/>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a:t> </a:t>
            </a:r>
            <a:r>
              <a:rPr lang="en-US" altLang="ja-JP" sz="4800" err="1"/>
              <a:t>Vov</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a:t>-</a:t>
                </a:r>
                <a:r>
                  <a:rPr lang="ja-JP" altLang="en-US" sz="2400" b="1"/>
                  <a:t>ソース間電圧 </a:t>
                </a:r>
                <a:r>
                  <a:rPr lang="en-US" altLang="ja-JP" sz="2400" b="1" err="1"/>
                  <a:t>Vgs</a:t>
                </a:r>
                <a:r>
                  <a:rPr lang="ja-JP" altLang="en-US" sz="2400" b="1"/>
                  <a:t> がしきい値電圧 </a:t>
                </a:r>
                <a:r>
                  <a:rPr lang="en-US" altLang="ja-JP" sz="2400" b="1"/>
                  <a:t>Vth</a:t>
                </a:r>
                <a:r>
                  <a:rPr lang="ja-JP" altLang="en-US" sz="2400" b="1"/>
                  <a:t> をどれだけ上回っているか</a:t>
                </a:r>
                <a:r>
                  <a:rPr lang="ja-JP" altLang="en-US" sz="2400"/>
                  <a:t>を示す電圧差</a:t>
                </a:r>
                <a:endParaRPr lang="en-US" altLang="ja-JP" sz="2400"/>
              </a:p>
              <a:p>
                <a:pPr lvl="1"/>
                <a:r>
                  <a:rPr lang="en-US" altLang="ja-JP" err="1"/>
                  <a:t>Vov</a:t>
                </a:r>
                <a:r>
                  <a:rPr lang="en-US" altLang="ja-JP"/>
                  <a:t>​=|</a:t>
                </a:r>
                <a:r>
                  <a:rPr lang="en-US" altLang="ja-JP" err="1"/>
                  <a:t>Vgs</a:t>
                </a:r>
                <a:r>
                  <a:rPr lang="en-US" altLang="ja-JP"/>
                  <a:t>|​−Vth</a:t>
                </a:r>
              </a:p>
              <a:p>
                <a:pPr lvl="2"/>
                <a:r>
                  <a:rPr lang="en-US" altLang="ja-JP" err="1"/>
                  <a:t>Vov</a:t>
                </a:r>
                <a:r>
                  <a:rPr lang="en-US" altLang="ja-JP"/>
                  <a:t> </a:t>
                </a:r>
                <a:r>
                  <a:rPr lang="ja-JP" altLang="en-US"/>
                  <a:t>≧</a:t>
                </a:r>
                <a:r>
                  <a:rPr lang="en-US" altLang="ja-JP"/>
                  <a:t> 0</a:t>
                </a:r>
                <a:r>
                  <a:rPr lang="en-US" altLang="ja-JP" baseline="-25000"/>
                  <a:t> </a:t>
                </a:r>
                <a:r>
                  <a:rPr lang="ja-JP" altLang="en-US"/>
                  <a:t>かつ </a:t>
                </a:r>
                <a:r>
                  <a:rPr lang="en-US" altLang="ja-JP"/>
                  <a:t>|</a:t>
                </a:r>
                <a:r>
                  <a:rPr lang="en-US" altLang="ja-JP" err="1"/>
                  <a:t>Vds</a:t>
                </a:r>
                <a:r>
                  <a:rPr lang="en-US" altLang="ja-JP"/>
                  <a:t>| </a:t>
                </a:r>
                <a:r>
                  <a:rPr lang="ja-JP" altLang="en-US"/>
                  <a:t>≧</a:t>
                </a:r>
                <a:r>
                  <a:rPr lang="en-US" altLang="ja-JP"/>
                  <a:t> </a:t>
                </a:r>
                <a:r>
                  <a:rPr lang="en-US" altLang="ja-JP" err="1"/>
                  <a:t>Vov</a:t>
                </a:r>
                <a:r>
                  <a:rPr lang="en-US" altLang="ja-JP"/>
                  <a:t>​ </a:t>
                </a:r>
                <a:r>
                  <a:rPr lang="ja-JP" altLang="en-US"/>
                  <a:t>が「飽和領域」</a:t>
                </a:r>
                <a:endParaRPr lang="en-US" altLang="ja-JP"/>
              </a:p>
              <a:p>
                <a:endParaRPr lang="en-US" altLang="ja-JP"/>
              </a:p>
              <a:p>
                <a:r>
                  <a:rPr lang="ja-JP" altLang="en-US"/>
                  <a:t>電流駆動能力に影響</a:t>
                </a:r>
                <a:endParaRPr lang="en-US" altLang="ja-JP"/>
              </a:p>
              <a:p>
                <a:pPr lvl="1"/>
                <a:r>
                  <a:rPr lang="en" altLang="ja-JP"/>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a:t>​</a:t>
                </a:r>
                <a:r>
                  <a:rPr lang="el-GR" altLang="ja-JP"/>
                  <a:t>μ</a:t>
                </a:r>
                <a:r>
                  <a:rPr lang="en" altLang="ja-JP"/>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a:t>​)(V</a:t>
                </a:r>
                <a:r>
                  <a:rPr lang="en-US" altLang="ja-JP" baseline="-25000"/>
                  <a:t>OV</a:t>
                </a:r>
                <a:r>
                  <a:rPr lang="en" altLang="ja-JP"/>
                  <a:t>)</a:t>
                </a:r>
                <a:r>
                  <a:rPr lang="en" altLang="ja-JP" baseline="30000"/>
                  <a:t>2</a:t>
                </a:r>
                <a:r>
                  <a:rPr lang="en" altLang="ja-JP"/>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a:t>
            </a:r>
            <a:r>
              <a:rPr lang="en-US" altLang="ja-JP" sz="2000" err="1"/>
              <a:t>μCox</a:t>
            </a:r>
            <a:r>
              <a:rPr lang="en-US" altLang="ja-JP" sz="2000"/>
              <a:t>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descr="nMOS の gm/Id Vgs回路図とシミュレーション">
            <a:extLst>
              <a:ext uri="{FF2B5EF4-FFF2-40B4-BE49-F238E27FC236}">
                <a16:creationId xmlns:a16="http://schemas.microsoft.com/office/drawing/2014/main" id="{C3DD71CA-6117-6CC4-BDC8-1AFA157BEEF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643580" y="364142"/>
            <a:ext cx="7000894" cy="3867993"/>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err="1"/>
              <a:t>pMOS,nMOS</a:t>
            </a:r>
            <a:endParaRPr kumimoji="1" lang="en-US" altLang="ja-JP" sz="1800"/>
          </a:p>
          <a:p>
            <a:pPr lvl="1"/>
            <a:r>
              <a:rPr lang="ja-JP" altLang="en-US" sz="1800"/>
              <a:t>チャネル長 </a:t>
            </a:r>
            <a:r>
              <a:rPr lang="en" altLang="ja-JP" sz="1800"/>
              <a:t>L </a:t>
            </a:r>
            <a:r>
              <a:rPr lang="ja-JP" altLang="en-US" sz="1800"/>
              <a:t>を最小の </a:t>
            </a:r>
            <a:r>
              <a:rPr lang="en-US" altLang="ja-JP" sz="1800"/>
              <a:t>1 </a:t>
            </a:r>
            <a:r>
              <a:rPr lang="en" altLang="ja-JP" sz="1800"/>
              <a:t>um</a:t>
            </a:r>
            <a:r>
              <a:rPr lang="ja-JP" altLang="en" sz="1800"/>
              <a:t>、</a:t>
            </a:r>
            <a:r>
              <a:rPr lang="en" altLang="ja-JP" sz="1800"/>
              <a:t>MOS</a:t>
            </a:r>
            <a:r>
              <a:rPr lang="ja-JP" altLang="en-US" sz="1800"/>
              <a:t>のサイズは</a:t>
            </a:r>
            <a:r>
              <a:rPr lang="en" altLang="ja-JP" sz="1800"/>
              <a:t>W/L=10</a:t>
            </a:r>
          </a:p>
          <a:p>
            <a:pPr lvl="2"/>
            <a:r>
              <a:rPr lang="en" altLang="ja-JP" sz="1400">
                <a:hlinkClick r:id="rId3"/>
              </a:rPr>
              <a:t>https://github.com/ishi-kai/openmpw-transistor-level-examples/tree/main/OR1/PTC06</a:t>
            </a:r>
            <a:endParaRPr lang="en" altLang="ja-JP" sz="1400"/>
          </a:p>
        </p:txBody>
      </p:sp>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3" name="Rectangle 2062">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0" name="Picture 2" descr="nMOS の gm/Id．横軸は Vgs">
            <a:extLst>
              <a:ext uri="{FF2B5EF4-FFF2-40B4-BE49-F238E27FC236}">
                <a16:creationId xmlns:a16="http://schemas.microsoft.com/office/drawing/2014/main" id="{ECBC5CD0-B3A4-9DED-76AA-9A56C709C5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 r="11950" b="1"/>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nMOS の Id/Vgs のgm">
            <a:extLst>
              <a:ext uri="{FF2B5EF4-FFF2-40B4-BE49-F238E27FC236}">
                <a16:creationId xmlns:a16="http://schemas.microsoft.com/office/drawing/2014/main" id="{5A861F97-5527-C473-4B1E-B05B50FECB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169" b="-2"/>
          <a:stretch>
            <a:fillRect/>
          </a:stretch>
        </p:blipFill>
        <p:spPr bwMode="auto">
          <a:xfrm>
            <a:off x="455134" y="2482591"/>
            <a:ext cx="4425623" cy="391820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MOS の Id/Vgs のop">
            <a:extLst>
              <a:ext uri="{FF2B5EF4-FFF2-40B4-BE49-F238E27FC236}">
                <a16:creationId xmlns:a16="http://schemas.microsoft.com/office/drawing/2014/main" id="{BDCB4C99-96DA-6BCE-0A2C-03257E78E1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2255"/>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2065" name="Rectangle 2064">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7A0604DE-BDBE-D6CA-3B01-F8DE213243C4}"/>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a:solidFill>
                  <a:srgbClr val="FFFFFF"/>
                </a:solidFill>
                <a:latin typeface="+mj-lt"/>
                <a:ea typeface="+mj-ea"/>
                <a:cs typeface="+mj-cs"/>
              </a:rPr>
              <a:t>nMOS</a:t>
            </a:r>
          </a:p>
        </p:txBody>
      </p:sp>
      <p:sp>
        <p:nvSpPr>
          <p:cNvPr id="3" name="コンテンツ プレースホルダー 2">
            <a:extLst>
              <a:ext uri="{FF2B5EF4-FFF2-40B4-BE49-F238E27FC236}">
                <a16:creationId xmlns:a16="http://schemas.microsoft.com/office/drawing/2014/main" id="{85240DC0-96D2-272B-15E4-82F46488DF0E}"/>
              </a:ext>
            </a:extLst>
          </p:cNvPr>
          <p:cNvSpPr>
            <a:spLocks noGrp="1"/>
          </p:cNvSpPr>
          <p:nvPr>
            <p:ph idx="1"/>
          </p:nvPr>
        </p:nvSpPr>
        <p:spPr>
          <a:xfrm>
            <a:off x="7578164" y="2892612"/>
            <a:ext cx="3890682" cy="1321980"/>
          </a:xfrm>
        </p:spPr>
        <p:txBody>
          <a:bodyPr vert="horz" lIns="91440" tIns="45720" rIns="91440" bIns="45720" rtlCol="0">
            <a:normAutofit/>
          </a:bodyPr>
          <a:lstStyle/>
          <a:p>
            <a:pPr marL="0" indent="0">
              <a:buNone/>
            </a:pPr>
            <a:r>
              <a:rPr kumimoji="1" lang="en-US" altLang="ja-JP" sz="2400" kern="1200">
                <a:solidFill>
                  <a:srgbClr val="FFFFFF"/>
                </a:solidFill>
                <a:latin typeface="+mn-lt"/>
                <a:ea typeface="+mn-ea"/>
                <a:cs typeface="+mn-cs"/>
              </a:rPr>
              <a:t>Id Vgs</a:t>
            </a:r>
          </a:p>
        </p:txBody>
      </p:sp>
      <p:sp>
        <p:nvSpPr>
          <p:cNvPr id="2067" name="Rectangle 2066">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8575B">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4" name="Picture 6" descr="nMOS の Id/Vgs のVth">
            <a:extLst>
              <a:ext uri="{FF2B5EF4-FFF2-40B4-BE49-F238E27FC236}">
                <a16:creationId xmlns:a16="http://schemas.microsoft.com/office/drawing/2014/main" id="{6F58A178-9A56-C369-FE35-7C82EBA38F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608" r="10212" b="1"/>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nMOS の Id/Vgs のVdsの電流値">
            <a:extLst>
              <a:ext uri="{FF2B5EF4-FFF2-40B4-BE49-F238E27FC236}">
                <a16:creationId xmlns:a16="http://schemas.microsoft.com/office/drawing/2014/main" id="{387CF07C-4804-7586-4A26-A9424B04924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299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87" name="Rectangle 3086">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0" name="Picture 8" descr="nMOS の Id/Vds のgm">
            <a:extLst>
              <a:ext uri="{FF2B5EF4-FFF2-40B4-BE49-F238E27FC236}">
                <a16:creationId xmlns:a16="http://schemas.microsoft.com/office/drawing/2014/main" id="{A5FAC899-E891-1338-2C74-403B18BAA0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2579" b="-6"/>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0AE35AA7-ABF9-B8B4-4C87-A1EA2970CB55}"/>
              </a:ext>
            </a:extLst>
          </p:cNvPr>
          <p:cNvPicPr>
            <a:picLocks noChangeAspect="1"/>
          </p:cNvPicPr>
          <p:nvPr/>
        </p:nvPicPr>
        <p:blipFill>
          <a:blip r:embed="rId3"/>
          <a:srcRect r="13596" b="3"/>
          <a:stretch>
            <a:fillRect/>
          </a:stretch>
        </p:blipFill>
        <p:spPr>
          <a:xfrm>
            <a:off x="455134" y="2482591"/>
            <a:ext cx="4425623" cy="3918209"/>
          </a:xfrm>
          <a:prstGeom prst="rect">
            <a:avLst/>
          </a:prstGeom>
        </p:spPr>
      </p:pic>
      <p:pic>
        <p:nvPicPr>
          <p:cNvPr id="3074" name="Picture 2" descr="nMOS の Id/Vds のop">
            <a:extLst>
              <a:ext uri="{FF2B5EF4-FFF2-40B4-BE49-F238E27FC236}">
                <a16:creationId xmlns:a16="http://schemas.microsoft.com/office/drawing/2014/main" id="{2569A1D9-1D91-8407-82FF-EC6F75E01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0656" b="7"/>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3089" name="Rectangle 3088">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DAB96762-4376-4F12-DEEF-348707C0B456}"/>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err="1">
                <a:solidFill>
                  <a:srgbClr val="FFFFFF"/>
                </a:solidFill>
                <a:latin typeface="+mj-lt"/>
                <a:ea typeface="+mj-ea"/>
                <a:cs typeface="+mj-cs"/>
              </a:rPr>
              <a:t>nMOS</a:t>
            </a:r>
            <a:r>
              <a:rPr kumimoji="1" lang="en-US" altLang="ja-JP" sz="4800" kern="1200">
                <a:solidFill>
                  <a:srgbClr val="FFFFFF"/>
                </a:solidFill>
                <a:latin typeface="+mj-lt"/>
                <a:ea typeface="+mj-ea"/>
                <a:cs typeface="+mj-cs"/>
              </a:rPr>
              <a:t> </a:t>
            </a:r>
            <a:br>
              <a:rPr kumimoji="1" lang="en-US" altLang="ja-JP" sz="4800" kern="1200">
                <a:solidFill>
                  <a:srgbClr val="FFFFFF"/>
                </a:solidFill>
                <a:latin typeface="+mj-lt"/>
                <a:ea typeface="+mj-ea"/>
                <a:cs typeface="+mj-cs"/>
              </a:rPr>
            </a:br>
            <a:br>
              <a:rPr lang="en-US" altLang="ja-JP" sz="4800">
                <a:solidFill>
                  <a:srgbClr val="FFFFFF"/>
                </a:solidFill>
              </a:rPr>
            </a:br>
            <a:r>
              <a:rPr kumimoji="1" lang="en-US" altLang="ja-JP" sz="4800" kern="1200">
                <a:solidFill>
                  <a:srgbClr val="FFFFFF"/>
                </a:solidFill>
                <a:latin typeface="+mj-lt"/>
                <a:ea typeface="+mj-ea"/>
                <a:cs typeface="+mj-cs"/>
              </a:rPr>
              <a:t>Id/</a:t>
            </a:r>
            <a:r>
              <a:rPr kumimoji="1" lang="en-US" altLang="ja-JP" sz="4800" kern="1200" err="1">
                <a:solidFill>
                  <a:srgbClr val="FFFFFF"/>
                </a:solidFill>
                <a:latin typeface="+mj-lt"/>
                <a:ea typeface="+mj-ea"/>
                <a:cs typeface="+mj-cs"/>
              </a:rPr>
              <a:t>Vds</a:t>
            </a:r>
            <a:endParaRPr kumimoji="1" lang="en-US" altLang="ja-JP" sz="4800" kern="1200">
              <a:solidFill>
                <a:srgbClr val="FFFFFF"/>
              </a:solidFill>
              <a:latin typeface="+mj-lt"/>
              <a:ea typeface="+mj-ea"/>
              <a:cs typeface="+mj-cs"/>
            </a:endParaRPr>
          </a:p>
        </p:txBody>
      </p:sp>
      <p:sp>
        <p:nvSpPr>
          <p:cNvPr id="3091" name="Rectangle 3090">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2" name="Picture 10" descr="nMOS の Id/Vds のVdsの電流値">
            <a:extLst>
              <a:ext uri="{FF2B5EF4-FFF2-40B4-BE49-F238E27FC236}">
                <a16:creationId xmlns:a16="http://schemas.microsoft.com/office/drawing/2014/main" id="{3BCBC10C-F22F-F869-9240-AF5AA92230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405" r="10484" b="-20"/>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nMOS の Id/Vgs のVdsの電流値">
            <a:extLst>
              <a:ext uri="{FF2B5EF4-FFF2-40B4-BE49-F238E27FC236}">
                <a16:creationId xmlns:a16="http://schemas.microsoft.com/office/drawing/2014/main" id="{EF38B27A-1F5C-82B1-E442-1594975D05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16186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pic>
        <p:nvPicPr>
          <p:cNvPr id="4" name="図 3">
            <a:extLst>
              <a:ext uri="{FF2B5EF4-FFF2-40B4-BE49-F238E27FC236}">
                <a16:creationId xmlns:a16="http://schemas.microsoft.com/office/drawing/2014/main" id="{8DA7145E-7AF0-D5F3-29B0-D72E06AF851A}"/>
              </a:ext>
            </a:extLst>
          </p:cNvPr>
          <p:cNvPicPr>
            <a:picLocks noChangeAspect="1"/>
          </p:cNvPicPr>
          <p:nvPr/>
        </p:nvPicPr>
        <p:blipFill>
          <a:blip r:embed="rId2"/>
          <a:stretch>
            <a:fillRect/>
          </a:stretch>
        </p:blipFill>
        <p:spPr>
          <a:xfrm>
            <a:off x="1110526" y="671201"/>
            <a:ext cx="4643972" cy="2999232"/>
          </a:xfrm>
          <a:prstGeom prst="rect">
            <a:avLst/>
          </a:prstGeom>
        </p:spPr>
      </p:pic>
      <p:pic>
        <p:nvPicPr>
          <p:cNvPr id="5" name="図 4">
            <a:extLst>
              <a:ext uri="{FF2B5EF4-FFF2-40B4-BE49-F238E27FC236}">
                <a16:creationId xmlns:a16="http://schemas.microsoft.com/office/drawing/2014/main" id="{68D001CB-36E4-0C18-7E5B-DC2934AAC48E}"/>
              </a:ext>
            </a:extLst>
          </p:cNvPr>
          <p:cNvPicPr>
            <a:picLocks noChangeAspect="1"/>
          </p:cNvPicPr>
          <p:nvPr/>
        </p:nvPicPr>
        <p:blipFill>
          <a:blip r:embed="rId3"/>
          <a:stretch>
            <a:fillRect/>
          </a:stretch>
        </p:blipFill>
        <p:spPr>
          <a:xfrm>
            <a:off x="6456430" y="671201"/>
            <a:ext cx="4609930" cy="2999232"/>
          </a:xfrm>
          <a:prstGeom prst="rect">
            <a:avLst/>
          </a:prstGeom>
        </p:spPr>
      </p:pic>
    </p:spTree>
    <p:extLst>
      <p:ext uri="{BB962C8B-B14F-4D97-AF65-F5344CB8AC3E}">
        <p14:creationId xmlns:p14="http://schemas.microsoft.com/office/powerpoint/2010/main" val="16542755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電流源編</a:t>
            </a:r>
          </a:p>
        </p:txBody>
      </p:sp>
    </p:spTree>
    <p:extLst>
      <p:ext uri="{BB962C8B-B14F-4D97-AF65-F5344CB8AC3E}">
        <p14:creationId xmlns:p14="http://schemas.microsoft.com/office/powerpoint/2010/main" val="14623266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err="1">
                <a:solidFill>
                  <a:schemeClr val="bg2"/>
                </a:solidFill>
              </a:rPr>
              <a:t>Ibias</a:t>
            </a:r>
            <a:r>
              <a:rPr lang="en-US" altLang="ja-JP" sz="4000">
                <a:solidFill>
                  <a:schemeClr val="bg2"/>
                </a:solidFill>
              </a:rPr>
              <a:t>(</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72E194C-B19D-65EB-4041-A4014B4DA97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D5E78A0-8F2F-2DB6-37D6-8E1BAE4D0E0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9CCAC39-FC40-F4F9-CD50-EB3EC42CF7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3DE0C758-8902-4203-3DDE-F183E2F950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CBA4388-DEF6-7461-C202-D997D95048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C5A769C-0F4C-D208-FDCD-C939791FE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E5798ED-DD24-29E9-E92E-EE39C09030F6}"/>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57661657"/>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74" name="Rectangle 616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75" name="Group 616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176" name="Rectangle 616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77" name="Rectangle 616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7" name="Rectangle 616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69" name="Rectangle 616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840970-E941-A06B-156F-9C3F9DDD79CF}"/>
              </a:ext>
            </a:extLst>
          </p:cNvPr>
          <p:cNvSpPr>
            <a:spLocks noGrp="1"/>
          </p:cNvSpPr>
          <p:nvPr>
            <p:ph type="title"/>
          </p:nvPr>
        </p:nvSpPr>
        <p:spPr>
          <a:xfrm>
            <a:off x="1043631" y="873940"/>
            <a:ext cx="5052369" cy="1035781"/>
          </a:xfrm>
        </p:spPr>
        <p:txBody>
          <a:bodyPr anchor="ctr">
            <a:normAutofit/>
          </a:bodyPr>
          <a:lstStyle/>
          <a:p>
            <a:r>
              <a:rPr lang="ja-JP" altLang="en-US" sz="3600"/>
              <a:t>基本</a:t>
            </a:r>
            <a:r>
              <a:rPr kumimoji="1" lang="ja-JP" altLang="en-US" sz="3600"/>
              <a:t>電流源</a:t>
            </a:r>
          </a:p>
        </p:txBody>
      </p:sp>
      <p:sp>
        <p:nvSpPr>
          <p:cNvPr id="3" name="コンテンツ プレースホルダー 2">
            <a:extLst>
              <a:ext uri="{FF2B5EF4-FFF2-40B4-BE49-F238E27FC236}">
                <a16:creationId xmlns:a16="http://schemas.microsoft.com/office/drawing/2014/main" id="{71AB25A8-A409-F779-F8D0-3C0006C358D8}"/>
              </a:ext>
            </a:extLst>
          </p:cNvPr>
          <p:cNvSpPr>
            <a:spLocks noGrp="1"/>
          </p:cNvSpPr>
          <p:nvPr>
            <p:ph idx="1"/>
          </p:nvPr>
        </p:nvSpPr>
        <p:spPr>
          <a:xfrm>
            <a:off x="1045029" y="2524721"/>
            <a:ext cx="4991629" cy="3677123"/>
          </a:xfrm>
        </p:spPr>
        <p:txBody>
          <a:bodyPr anchor="ctr">
            <a:normAutofit/>
          </a:bodyPr>
          <a:lstStyle/>
          <a:p>
            <a:r>
              <a:rPr lang="en-US" altLang="ja-JP" sz="3200"/>
              <a:t>I</a:t>
            </a:r>
            <a:r>
              <a:rPr lang="ja-JP" altLang="en-US" sz="3200"/>
              <a:t>＝</a:t>
            </a:r>
            <a:r>
              <a:rPr lang="en-US" altLang="ja-JP" sz="3200"/>
              <a:t>V/R</a:t>
            </a:r>
          </a:p>
          <a:p>
            <a:pPr lvl="1"/>
            <a:r>
              <a:rPr lang="en-US" altLang="ja-JP"/>
              <a:t>OPAMP</a:t>
            </a:r>
            <a:r>
              <a:rPr lang="ja-JP" altLang="en-US"/>
              <a:t>設計に合わせて</a:t>
            </a:r>
            <a:endParaRPr lang="en-US" altLang="ja-JP"/>
          </a:p>
          <a:p>
            <a:pPr lvl="2"/>
            <a:r>
              <a:rPr lang="ja-JP" altLang="en-US" sz="2400"/>
              <a:t>チャネル長 </a:t>
            </a:r>
            <a:r>
              <a:rPr lang="en" altLang="ja-JP" sz="2400"/>
              <a:t>L </a:t>
            </a:r>
            <a:r>
              <a:rPr lang="ja-JP" altLang="en-US" sz="2400"/>
              <a:t>＝</a:t>
            </a:r>
            <a:r>
              <a:rPr lang="en-US" altLang="ja-JP" sz="2400"/>
              <a:t> 2um</a:t>
            </a:r>
          </a:p>
          <a:p>
            <a:pPr lvl="2"/>
            <a:r>
              <a:rPr lang="en-US" altLang="ja-JP" sz="2400"/>
              <a:t>W/L = 10 </a:t>
            </a:r>
          </a:p>
          <a:p>
            <a:pPr lvl="1"/>
            <a:endParaRPr lang="en-US" altLang="ja-JP"/>
          </a:p>
          <a:p>
            <a:pPr lvl="2"/>
            <a:r>
              <a:rPr lang="ja-JP" altLang="en-US" sz="2400"/>
              <a:t>参照電流 </a:t>
            </a:r>
            <a:r>
              <a:rPr lang="en-US" altLang="ja-JP" sz="2400"/>
              <a:t>(</a:t>
            </a:r>
            <a:r>
              <a:rPr lang="en" altLang="ja-JP" sz="2400"/>
              <a:t>i1) </a:t>
            </a:r>
            <a:r>
              <a:rPr lang="en-US" altLang="ja-JP" sz="2400"/>
              <a:t>=  5 </a:t>
            </a:r>
            <a:r>
              <a:rPr lang="en" altLang="ja-JP" sz="2400" err="1"/>
              <a:t>uA</a:t>
            </a:r>
            <a:r>
              <a:rPr lang="ja-JP" altLang="en-US" sz="2400"/>
              <a:t> となるように調整</a:t>
            </a:r>
            <a:endParaRPr lang="en-US" altLang="ja-JP" sz="2400"/>
          </a:p>
        </p:txBody>
      </p:sp>
      <p:sp>
        <p:nvSpPr>
          <p:cNvPr id="6171" name="Rectangle 617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基本電流源回路">
            <a:extLst>
              <a:ext uri="{FF2B5EF4-FFF2-40B4-BE49-F238E27FC236}">
                <a16:creationId xmlns:a16="http://schemas.microsoft.com/office/drawing/2014/main" id="{0B2A82F2-039C-FEE0-9394-3539FA7C737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917655"/>
            <a:ext cx="4223252" cy="3082973"/>
          </a:xfrm>
          <a:prstGeom prst="rect">
            <a:avLst/>
          </a:prstGeom>
          <a:noFill/>
          <a:extLst>
            <a:ext uri="{909E8E84-426E-40DD-AFC4-6F175D3DCCD1}">
              <a14:hiddenFill xmlns:a14="http://schemas.microsoft.com/office/drawing/2010/main">
                <a:solidFill>
                  <a:srgbClr val="FFFFFF"/>
                </a:solidFill>
              </a14:hiddenFill>
            </a:ext>
          </a:extLst>
        </p:spPr>
      </p:pic>
      <p:cxnSp>
        <p:nvCxnSpPr>
          <p:cNvPr id="6173" name="Straight Connector 617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角丸四角形吹き出し 3">
            <a:extLst>
              <a:ext uri="{FF2B5EF4-FFF2-40B4-BE49-F238E27FC236}">
                <a16:creationId xmlns:a16="http://schemas.microsoft.com/office/drawing/2014/main" id="{76AAE67D-D3F7-554F-DB47-D6BBAAC4D019}"/>
              </a:ext>
            </a:extLst>
          </p:cNvPr>
          <p:cNvSpPr/>
          <p:nvPr/>
        </p:nvSpPr>
        <p:spPr>
          <a:xfrm>
            <a:off x="9788315" y="2225517"/>
            <a:ext cx="1110343" cy="598407"/>
          </a:xfrm>
          <a:prstGeom prst="wedgeRoundRectCallout">
            <a:avLst>
              <a:gd name="adj1" fmla="val -58670"/>
              <a:gd name="adj2" fmla="val 87340"/>
              <a:gd name="adj3" fmla="val 16667"/>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a:t>これで制御</a:t>
            </a:r>
          </a:p>
        </p:txBody>
      </p:sp>
    </p:spTree>
    <p:extLst>
      <p:ext uri="{BB962C8B-B14F-4D97-AF65-F5344CB8AC3E}">
        <p14:creationId xmlns:p14="http://schemas.microsoft.com/office/powerpoint/2010/main" val="11616602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24FEC2-3F5D-D2AD-D4AB-CFBAEC38EFAA}"/>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8203" name="Rectangle 820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出力電圧-電流特性">
            <a:extLst>
              <a:ext uri="{FF2B5EF4-FFF2-40B4-BE49-F238E27FC236}">
                <a16:creationId xmlns:a16="http://schemas.microsoft.com/office/drawing/2014/main" id="{827C6487-285B-E4BA-E54A-7DE98026006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69038" y="364143"/>
            <a:ext cx="4475118" cy="3426462"/>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温度-電流特性">
            <a:extLst>
              <a:ext uri="{FF2B5EF4-FFF2-40B4-BE49-F238E27FC236}">
                <a16:creationId xmlns:a16="http://schemas.microsoft.com/office/drawing/2014/main" id="{BBD68353-6A0D-AFC7-6F3F-216166F147A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626143" y="364142"/>
            <a:ext cx="4479037" cy="3426462"/>
          </a:xfrm>
          <a:prstGeom prst="rect">
            <a:avLst/>
          </a:prstGeom>
          <a:noFill/>
          <a:extLst>
            <a:ext uri="{909E8E84-426E-40DD-AFC4-6F175D3DCCD1}">
              <a14:hiddenFill xmlns:a14="http://schemas.microsoft.com/office/drawing/2010/main">
                <a:solidFill>
                  <a:srgbClr val="FFFFFF"/>
                </a:solidFill>
              </a14:hiddenFill>
            </a:ext>
          </a:extLst>
        </p:spPr>
      </p:pic>
      <p:sp>
        <p:nvSpPr>
          <p:cNvPr id="8207" name="Rectangle 820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4B8D82-CC70-F3A8-37AB-98E74D484E6A}"/>
              </a:ext>
            </a:extLst>
          </p:cNvPr>
          <p:cNvSpPr>
            <a:spLocks noGrp="1"/>
          </p:cNvSpPr>
          <p:nvPr>
            <p:ph idx="1"/>
          </p:nvPr>
        </p:nvSpPr>
        <p:spPr>
          <a:xfrm>
            <a:off x="5162719" y="4495568"/>
            <a:ext cx="6586915" cy="1905232"/>
          </a:xfrm>
        </p:spPr>
        <p:txBody>
          <a:bodyPr anchor="ctr">
            <a:normAutofit/>
          </a:bodyPr>
          <a:lstStyle/>
          <a:p>
            <a:r>
              <a:rPr lang="ja-JP" altLang="en-US" sz="1800"/>
              <a:t>問題点</a:t>
            </a:r>
            <a:endParaRPr lang="en-US" altLang="ja-JP" sz="1800"/>
          </a:p>
          <a:p>
            <a:pPr lvl="1"/>
            <a:r>
              <a:rPr lang="ja-JP" altLang="en-US" sz="1400"/>
              <a:t>電源電圧に比例して、変動してしまう</a:t>
            </a:r>
            <a:endParaRPr lang="en-US" altLang="ja-JP" sz="1400"/>
          </a:p>
          <a:p>
            <a:pPr lvl="2"/>
            <a:r>
              <a:rPr lang="ja-JP" altLang="en-US" sz="1000"/>
              <a:t>これは当たり前</a:t>
            </a:r>
            <a:endParaRPr lang="en-US" altLang="ja-JP" sz="1000"/>
          </a:p>
          <a:p>
            <a:pPr lvl="1"/>
            <a:r>
              <a:rPr lang="ja-JP" altLang="en-US" sz="1400"/>
              <a:t>温度変化にも弱い：</a:t>
            </a:r>
            <a:r>
              <a:rPr lang="en-US" altLang="ja-JP" sz="1400"/>
              <a:t>2</a:t>
            </a:r>
            <a:r>
              <a:rPr lang="ja-JP" altLang="en-US" sz="1400"/>
              <a:t>倍も変動する</a:t>
            </a:r>
            <a:endParaRPr lang="en-US" altLang="ja-JP" sz="1400"/>
          </a:p>
          <a:p>
            <a:pPr lvl="2"/>
            <a:r>
              <a:rPr lang="ja-JP" altLang="en-US" sz="1000"/>
              <a:t>これがマズイ</a:t>
            </a:r>
          </a:p>
        </p:txBody>
      </p:sp>
    </p:spTree>
    <p:extLst>
      <p:ext uri="{BB962C8B-B14F-4D97-AF65-F5344CB8AC3E}">
        <p14:creationId xmlns:p14="http://schemas.microsoft.com/office/powerpoint/2010/main" val="40985190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2F509ED-54FC-1703-5C20-A6463823D07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92E7C26-BB64-4861-3A89-E7BCC22827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F5C610-2CAF-C7FF-F73F-614B6511EE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140DB-4712-24BC-8C1D-5BA714306B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7735BB6-790B-7483-DEFD-7B65383BC6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6E17F13-0195-CAFD-DFAF-586A2CD85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D5B6909B-3FCC-12A5-F9A4-72E9690194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 altLang="ja-JP" sz="4000">
                <a:solidFill>
                  <a:schemeClr val="bg2"/>
                </a:solidFill>
              </a:rPr>
              <a:t>Vth-referenced </a:t>
            </a:r>
            <a:r>
              <a:rPr lang="ja-JP" altLang="en-US" sz="4000">
                <a:solidFill>
                  <a:schemeClr val="bg2"/>
                </a:solidFill>
              </a:rPr>
              <a:t>自己バイアス電流源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92470375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36" name="Rectangle 92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7317F2E-9148-BC51-CBEE-C686B059A6BC}"/>
              </a:ext>
            </a:extLst>
          </p:cNvPr>
          <p:cNvSpPr>
            <a:spLocks noGrp="1"/>
          </p:cNvSpPr>
          <p:nvPr>
            <p:ph type="title"/>
          </p:nvPr>
        </p:nvSpPr>
        <p:spPr>
          <a:xfrm>
            <a:off x="589560" y="856180"/>
            <a:ext cx="4560584" cy="1128068"/>
          </a:xfrm>
        </p:spPr>
        <p:txBody>
          <a:bodyPr anchor="ctr">
            <a:normAutofit/>
          </a:bodyPr>
          <a:lstStyle/>
          <a:p>
            <a:r>
              <a:rPr lang="en" altLang="ja-JP" sz="3700"/>
              <a:t>Vth-referenced </a:t>
            </a:r>
            <a:r>
              <a:rPr lang="ja-JP" altLang="en-US" sz="3700"/>
              <a:t>自己バイアス電流源</a:t>
            </a:r>
            <a:endParaRPr kumimoji="1" lang="ja-JP" altLang="en-US" sz="3700"/>
          </a:p>
        </p:txBody>
      </p:sp>
      <p:grpSp>
        <p:nvGrpSpPr>
          <p:cNvPr id="9238" name="Group 92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9239" name="Rectangle 92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0" name="Rectangle 92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42" name="Rectangle 92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D31CB-B8CF-78FE-65CF-319F51112CE6}"/>
              </a:ext>
            </a:extLst>
          </p:cNvPr>
          <p:cNvSpPr>
            <a:spLocks noGrp="1"/>
          </p:cNvSpPr>
          <p:nvPr>
            <p:ph idx="1"/>
          </p:nvPr>
        </p:nvSpPr>
        <p:spPr>
          <a:xfrm>
            <a:off x="590719" y="2330505"/>
            <a:ext cx="5241670" cy="3979585"/>
          </a:xfrm>
        </p:spPr>
        <p:txBody>
          <a:bodyPr anchor="ctr">
            <a:normAutofit/>
          </a:bodyPr>
          <a:lstStyle/>
          <a:p>
            <a:r>
              <a:rPr lang="en" altLang="ja-JP" sz="2400"/>
              <a:t>OPAMP</a:t>
            </a:r>
            <a:r>
              <a:rPr lang="ja-JP" altLang="en-US" sz="2400"/>
              <a:t>用のため約</a:t>
            </a:r>
            <a:r>
              <a:rPr lang="en-US" altLang="ja-JP" sz="2400"/>
              <a:t>50u</a:t>
            </a:r>
            <a:r>
              <a:rPr lang="en" altLang="ja-JP" sz="2400"/>
              <a:t>A</a:t>
            </a:r>
            <a:r>
              <a:rPr lang="ja-JP" altLang="en-US" sz="2400"/>
              <a:t>で設計</a:t>
            </a:r>
            <a:endParaRPr lang="en-US" altLang="ja-JP" sz="2400"/>
          </a:p>
          <a:p>
            <a:pPr lvl="1"/>
            <a:r>
              <a:rPr kumimoji="1" lang="en-US" altLang="ja-JP" sz="1900"/>
              <a:t>10uA</a:t>
            </a:r>
            <a:r>
              <a:rPr kumimoji="1" lang="ja-JP" altLang="en-US" sz="1900"/>
              <a:t>でない理由はカレントミラー参照</a:t>
            </a:r>
            <a:endParaRPr kumimoji="1" lang="en-US" altLang="ja-JP" sz="1900"/>
          </a:p>
          <a:p>
            <a:pPr lvl="2"/>
            <a:r>
              <a:rPr kumimoji="1" lang="en-US" altLang="ja-JP" sz="1900"/>
              <a:t>OPAMP</a:t>
            </a:r>
            <a:r>
              <a:rPr kumimoji="1" lang="ja-JP" altLang="en-US" sz="1900"/>
              <a:t>は約</a:t>
            </a:r>
            <a:r>
              <a:rPr kumimoji="1" lang="en-US" altLang="ja-JP" sz="1900"/>
              <a:t>10uA</a:t>
            </a:r>
            <a:r>
              <a:rPr kumimoji="1" lang="ja-JP" altLang="en-US" sz="1900"/>
              <a:t>で設計されている</a:t>
            </a:r>
            <a:endParaRPr kumimoji="1" lang="en-US" altLang="ja-JP" sz="1900"/>
          </a:p>
          <a:p>
            <a:r>
              <a:rPr lang="ja-JP" altLang="en-US" sz="2400"/>
              <a:t>動作原理</a:t>
            </a:r>
            <a:endParaRPr lang="en-US" altLang="ja-JP" sz="2400"/>
          </a:p>
          <a:p>
            <a:pPr lvl="1"/>
            <a:r>
              <a:rPr lang="en-US" altLang="ja-JP" sz="1900"/>
              <a:t>M1</a:t>
            </a:r>
            <a:r>
              <a:rPr lang="ja-JP" altLang="en-US" sz="1900"/>
              <a:t>・</a:t>
            </a:r>
            <a:r>
              <a:rPr lang="en-US" altLang="ja-JP" sz="1900"/>
              <a:t>M2</a:t>
            </a:r>
            <a:r>
              <a:rPr lang="ja-JP" altLang="en-US" sz="1900"/>
              <a:t>に流れるドレイン電流がトランジスタのしきい値電圧によって</a:t>
            </a:r>
            <a:r>
              <a:rPr lang="en-US" altLang="ja-JP">
                <a:solidFill>
                  <a:srgbClr val="FF0000"/>
                </a:solidFill>
              </a:rPr>
              <a:t>Vth/R</a:t>
            </a:r>
            <a:r>
              <a:rPr lang="ja-JP" altLang="en-US" sz="1900"/>
              <a:t>となる</a:t>
            </a:r>
            <a:endParaRPr lang="en-US" altLang="ja-JP" sz="1900"/>
          </a:p>
          <a:p>
            <a:pPr lvl="2"/>
            <a:r>
              <a:rPr lang="en-US" altLang="ja-JP" sz="1600"/>
              <a:t>M3 </a:t>
            </a:r>
            <a:r>
              <a:rPr lang="ja-JP" altLang="en-US" sz="1600"/>
              <a:t>と </a:t>
            </a:r>
            <a:r>
              <a:rPr lang="en-US" altLang="ja-JP" sz="1600"/>
              <a:t>M4 </a:t>
            </a:r>
            <a:r>
              <a:rPr lang="ja-JP" altLang="en-US" sz="1600"/>
              <a:t>のつなぎ方がカレントミラー</a:t>
            </a:r>
            <a:endParaRPr lang="en-US" altLang="ja-JP" sz="1600"/>
          </a:p>
          <a:p>
            <a:pPr lvl="2"/>
            <a:r>
              <a:rPr lang="en-US" altLang="ja-JP" sz="1600"/>
              <a:t>M1 </a:t>
            </a:r>
            <a:r>
              <a:rPr lang="ja-JP" altLang="en-US" sz="1600"/>
              <a:t>と </a:t>
            </a:r>
            <a:r>
              <a:rPr lang="en-US" altLang="ja-JP" sz="1600"/>
              <a:t>M2 </a:t>
            </a:r>
            <a:r>
              <a:rPr lang="ja-JP" altLang="en-US" sz="1600"/>
              <a:t>のつなぎ方がカレントミラー</a:t>
            </a:r>
            <a:r>
              <a:rPr lang="ja-JP" altLang="en-US" sz="1600">
                <a:solidFill>
                  <a:srgbClr val="FF0000"/>
                </a:solidFill>
              </a:rPr>
              <a:t>改</a:t>
            </a:r>
            <a:endParaRPr kumimoji="1" lang="en-US" altLang="ja-JP" sz="1600">
              <a:solidFill>
                <a:srgbClr val="FF0000"/>
              </a:solidFill>
            </a:endParaRPr>
          </a:p>
        </p:txBody>
      </p:sp>
      <p:sp>
        <p:nvSpPr>
          <p:cNvPr id="9244" name="Rectangle 92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6" name="Rectangle 92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Vth-referenced 自己バイアス回路">
            <a:extLst>
              <a:ext uri="{FF2B5EF4-FFF2-40B4-BE49-F238E27FC236}">
                <a16:creationId xmlns:a16="http://schemas.microsoft.com/office/drawing/2014/main" id="{83866457-9067-F54A-5442-DDF0173E41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47" r="-2"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4161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60" name="Rectangle 10259">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29D169-CA80-375D-E245-29C7B94CDF75}"/>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10262" name="Rectangle 10261">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4" name="Rectangle 1026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4" name="Picture 4" descr="温度特性">
            <a:extLst>
              <a:ext uri="{FF2B5EF4-FFF2-40B4-BE49-F238E27FC236}">
                <a16:creationId xmlns:a16="http://schemas.microsoft.com/office/drawing/2014/main" id="{9F296A29-CC24-F2CE-BD20-C78A8EAFA44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798779" y="352480"/>
            <a:ext cx="4447381" cy="342646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電圧-電流特性">
            <a:extLst>
              <a:ext uri="{FF2B5EF4-FFF2-40B4-BE49-F238E27FC236}">
                <a16:creationId xmlns:a16="http://schemas.microsoft.com/office/drawing/2014/main" id="{D49A20D5-5814-9B2E-67C4-25FB3D9F9DD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431134" y="352480"/>
            <a:ext cx="4454401" cy="3426462"/>
          </a:xfrm>
          <a:prstGeom prst="rect">
            <a:avLst/>
          </a:prstGeom>
          <a:noFill/>
          <a:extLst>
            <a:ext uri="{909E8E84-426E-40DD-AFC4-6F175D3DCCD1}">
              <a14:hiddenFill xmlns:a14="http://schemas.microsoft.com/office/drawing/2010/main">
                <a:solidFill>
                  <a:srgbClr val="FFFFFF"/>
                </a:solidFill>
              </a14:hiddenFill>
            </a:ext>
          </a:extLst>
        </p:spPr>
      </p:pic>
      <p:sp>
        <p:nvSpPr>
          <p:cNvPr id="10266" name="Rectangle 10265">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E3E5C67-7337-8B2E-B8BB-A1CA310F2E1C}"/>
              </a:ext>
            </a:extLst>
          </p:cNvPr>
          <p:cNvSpPr>
            <a:spLocks noGrp="1"/>
          </p:cNvSpPr>
          <p:nvPr>
            <p:ph idx="1"/>
          </p:nvPr>
        </p:nvSpPr>
        <p:spPr>
          <a:xfrm>
            <a:off x="5162719" y="4495568"/>
            <a:ext cx="6586915" cy="1905232"/>
          </a:xfrm>
        </p:spPr>
        <p:txBody>
          <a:bodyPr anchor="ctr">
            <a:normAutofit/>
          </a:bodyPr>
          <a:lstStyle/>
          <a:p>
            <a:r>
              <a:rPr lang="ja-JP" altLang="en-US" sz="1800"/>
              <a:t>電源電圧に対して、変動は</a:t>
            </a:r>
            <a:r>
              <a:rPr lang="en-US" altLang="ja-JP" sz="1800"/>
              <a:t>0.5%</a:t>
            </a:r>
            <a:r>
              <a:rPr lang="ja-JP" altLang="en-US" sz="1800"/>
              <a:t>以下</a:t>
            </a:r>
          </a:p>
          <a:p>
            <a:r>
              <a:rPr lang="ja-JP" altLang="en-US" sz="1800"/>
              <a:t>温度変動に対して、変動は約</a:t>
            </a:r>
            <a:r>
              <a:rPr lang="en-US" altLang="ja-JP" sz="1800"/>
              <a:t>10%</a:t>
            </a:r>
          </a:p>
          <a:p>
            <a:pPr lvl="1"/>
            <a:r>
              <a:rPr lang="en" altLang="ja-JP" sz="1400"/>
              <a:t>Vth</a:t>
            </a:r>
            <a:r>
              <a:rPr lang="ja-JP" altLang="en-US" sz="1400"/>
              <a:t>を参照しているため温度による</a:t>
            </a:r>
            <a:r>
              <a:rPr lang="en" altLang="ja-JP" sz="1400"/>
              <a:t>Vth</a:t>
            </a:r>
            <a:r>
              <a:rPr lang="ja-JP" altLang="en-US" sz="1400"/>
              <a:t>の変動が影響するため</a:t>
            </a:r>
            <a:endParaRPr lang="en-US" altLang="ja-JP" sz="1400"/>
          </a:p>
        </p:txBody>
      </p:sp>
    </p:spTree>
    <p:extLst>
      <p:ext uri="{BB962C8B-B14F-4D97-AF65-F5344CB8AC3E}">
        <p14:creationId xmlns:p14="http://schemas.microsoft.com/office/powerpoint/2010/main" val="4034993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a:t>
            </a:r>
            <a:r>
              <a:rPr lang="en-US" altLang="ja-JP" sz="1050" err="1"/>
              <a:t>Vb</a:t>
            </a:r>
            <a:r>
              <a:rPr lang="en-US" altLang="ja-JP" sz="1050"/>
              <a:t>)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kumimoji="1" lang="ja-JP" altLang="en-US" sz="1600"/>
          </a:p>
        </p:txBody>
      </p:sp>
      <p:pic>
        <p:nvPicPr>
          <p:cNvPr id="4" name="図 3">
            <a:extLst>
              <a:ext uri="{FF2B5EF4-FFF2-40B4-BE49-F238E27FC236}">
                <a16:creationId xmlns:a16="http://schemas.microsoft.com/office/drawing/2014/main" id="{EA80A226-A060-F967-1CA5-E3382DC1E01A}"/>
              </a:ext>
            </a:extLst>
          </p:cNvPr>
          <p:cNvPicPr>
            <a:picLocks noChangeAspect="1"/>
          </p:cNvPicPr>
          <p:nvPr/>
        </p:nvPicPr>
        <p:blipFill>
          <a:blip r:embed="rId2"/>
          <a:stretch>
            <a:fillRect/>
          </a:stretch>
        </p:blipFill>
        <p:spPr>
          <a:xfrm>
            <a:off x="3499641" y="2697527"/>
            <a:ext cx="7761173" cy="3279094"/>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6653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err="1"/>
              <a:t>I</a:t>
            </a:r>
            <a:r>
              <a:rPr lang="en-US" altLang="ja-JP" sz="1800" baseline="-25000" err="1"/>
              <a:t>Cgd</a:t>
            </a:r>
            <a:r>
              <a:rPr lang="en-US" altLang="ja-JP" sz="1800"/>
              <a:t>​=</a:t>
            </a:r>
            <a:r>
              <a:rPr lang="en-US" altLang="ja-JP" sz="1800" err="1"/>
              <a:t>Cgd</a:t>
            </a:r>
            <a:r>
              <a:rPr lang="en-US" altLang="ja-JP" sz="1800"/>
              <a:t>(</a:t>
            </a:r>
            <a:r>
              <a:rPr lang="en-US" altLang="ja-JP" sz="1800" err="1"/>
              <a:t>Vgs</a:t>
            </a:r>
            <a:r>
              <a:rPr lang="en-US" altLang="ja-JP" sz="1800"/>
              <a:t>​−</a:t>
            </a:r>
            <a:r>
              <a:rPr lang="en-US" altLang="ja-JP" sz="1800" err="1"/>
              <a:t>Vds</a:t>
            </a:r>
            <a:r>
              <a:rPr lang="en-US" altLang="ja-JP" sz="1800"/>
              <a:t>) </a:t>
            </a:r>
          </a:p>
          <a:p>
            <a:pPr lvl="1"/>
            <a:endParaRPr lang="en-US" altLang="ja-JP" sz="1600"/>
          </a:p>
          <a:p>
            <a:pPr lvl="1"/>
            <a:r>
              <a:rPr lang="ja-JP" altLang="en-US" sz="1800"/>
              <a:t>これにより、下段トランジスタの</a:t>
            </a:r>
            <a:r>
              <a:rPr lang="en-US" altLang="ja-JP" sz="1800" err="1"/>
              <a:t>Cgd</a:t>
            </a:r>
            <a:r>
              <a:rPr lang="ja-JP" altLang="en-US" sz="1800"/>
              <a:t>（または</a:t>
            </a:r>
            <a:r>
              <a:rPr lang="en-US" altLang="ja-JP" sz="1800" err="1"/>
              <a:t>Ccb</a:t>
            </a:r>
            <a:r>
              <a:rPr lang="en-US" altLang="ja-JP" sz="1800"/>
              <a:t>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042EFBE-5B60-0DFD-0F2E-6D65C997E44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60C63F4-F3C5-7299-A94A-BC7F34F208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88BC1FE-18AF-D4A5-C57B-F4A53B15236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AFD78AE-E897-F7CB-0754-79707914299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F2DDE-D704-8013-9F32-DE6925BD5B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19E1D3D-1EAB-59CF-A905-E56F54237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BCF90DE-EFB9-C21C-A4FE-2BAEE68C0BC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電流源の使い方</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54390956"/>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6F4DEA-361D-BDFF-0DBE-015BAD2447EC}"/>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電流源の</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使い方</a:t>
            </a:r>
          </a:p>
        </p:txBody>
      </p:sp>
      <p:grpSp>
        <p:nvGrpSpPr>
          <p:cNvPr id="11" name="Group 1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5" descr="ダイアグラム, 概略図&#10;&#10;AI 生成コンテンツは誤りを含む可能性があります。">
            <a:extLst>
              <a:ext uri="{FF2B5EF4-FFF2-40B4-BE49-F238E27FC236}">
                <a16:creationId xmlns:a16="http://schemas.microsoft.com/office/drawing/2014/main" id="{8A55B483-DDFC-FEC9-6E41-A49D4EB024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2492" y="2112504"/>
            <a:ext cx="5536001" cy="2574239"/>
          </a:xfrm>
          <a:prstGeom prst="rect">
            <a:avLst/>
          </a:prstGeom>
        </p:spPr>
      </p:pic>
    </p:spTree>
    <p:extLst>
      <p:ext uri="{BB962C8B-B14F-4D97-AF65-F5344CB8AC3E}">
        <p14:creationId xmlns:p14="http://schemas.microsoft.com/office/powerpoint/2010/main" val="30584141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D3C323-24FA-6D7E-A119-45158023CC5F}"/>
              </a:ext>
            </a:extLst>
          </p:cNvPr>
          <p:cNvSpPr>
            <a:spLocks noGrp="1"/>
          </p:cNvSpPr>
          <p:nvPr>
            <p:ph type="title"/>
          </p:nvPr>
        </p:nvSpPr>
        <p:spPr>
          <a:xfrm>
            <a:off x="645065" y="1463040"/>
            <a:ext cx="3796306" cy="2690949"/>
          </a:xfrm>
        </p:spPr>
        <p:txBody>
          <a:bodyPr anchor="t">
            <a:normAutofit/>
          </a:bodyPr>
          <a:lstStyle/>
          <a:p>
            <a:r>
              <a:rPr kumimoji="1" lang="ja-JP" altLang="en-US" sz="4800"/>
              <a:t>電流源の</a:t>
            </a:r>
            <a:br>
              <a:rPr kumimoji="1" lang="en-US" altLang="ja-JP" sz="4800"/>
            </a:br>
            <a:r>
              <a:rPr kumimoji="1" lang="ja-JP" altLang="en-US" sz="4800"/>
              <a:t>使い方</a:t>
            </a:r>
          </a:p>
        </p:txBody>
      </p:sp>
      <p:grpSp>
        <p:nvGrpSpPr>
          <p:cNvPr id="26" name="Group 25">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7" name="Rectangle 2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グループ化 18">
            <a:extLst>
              <a:ext uri="{FF2B5EF4-FFF2-40B4-BE49-F238E27FC236}">
                <a16:creationId xmlns:a16="http://schemas.microsoft.com/office/drawing/2014/main" id="{4760F6E0-AFA8-80BA-E0BE-7C7999B7E765}"/>
              </a:ext>
            </a:extLst>
          </p:cNvPr>
          <p:cNvGrpSpPr/>
          <p:nvPr/>
        </p:nvGrpSpPr>
        <p:grpSpPr>
          <a:xfrm>
            <a:off x="5407705" y="1537646"/>
            <a:ext cx="5962720" cy="3932337"/>
            <a:chOff x="954811" y="-86842"/>
            <a:chExt cx="10398989" cy="6858000"/>
          </a:xfrm>
        </p:grpSpPr>
        <p:pic>
          <p:nvPicPr>
            <p:cNvPr id="12" name="図 11" descr="ダイアグラム が含まれている画像&#10;&#10;AI 生成コンテンツは誤りを含む可能性があります。">
              <a:extLst>
                <a:ext uri="{FF2B5EF4-FFF2-40B4-BE49-F238E27FC236}">
                  <a16:creationId xmlns:a16="http://schemas.microsoft.com/office/drawing/2014/main" id="{F6604CF4-BC8C-E2E5-57CF-333DF4DF7A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4811" y="-86842"/>
              <a:ext cx="10398989" cy="6858000"/>
            </a:xfrm>
            <a:prstGeom prst="rect">
              <a:avLst/>
            </a:prstGeom>
          </p:spPr>
        </p:pic>
        <p:sp>
          <p:nvSpPr>
            <p:cNvPr id="15" name="フローチャート: 代替処理 14">
              <a:extLst>
                <a:ext uri="{FF2B5EF4-FFF2-40B4-BE49-F238E27FC236}">
                  <a16:creationId xmlns:a16="http://schemas.microsoft.com/office/drawing/2014/main" id="{C9F2A0BF-6583-E209-E440-91B90A4D5DD8}"/>
                </a:ext>
              </a:extLst>
            </p:cNvPr>
            <p:cNvSpPr/>
            <p:nvPr/>
          </p:nvSpPr>
          <p:spPr>
            <a:xfrm>
              <a:off x="1726632" y="102168"/>
              <a:ext cx="3208063" cy="6615352"/>
            </a:xfrm>
            <a:prstGeom prst="flowChartAlternateProcess">
              <a:avLst/>
            </a:prstGeom>
            <a:noFill/>
            <a:ln w="571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フローチャート: 代替処理 15">
              <a:extLst>
                <a:ext uri="{FF2B5EF4-FFF2-40B4-BE49-F238E27FC236}">
                  <a16:creationId xmlns:a16="http://schemas.microsoft.com/office/drawing/2014/main" id="{3B3677C4-3867-C7A5-9A22-7743F6AD2817}"/>
                </a:ext>
              </a:extLst>
            </p:cNvPr>
            <p:cNvSpPr/>
            <p:nvPr/>
          </p:nvSpPr>
          <p:spPr>
            <a:xfrm>
              <a:off x="8265359" y="121324"/>
              <a:ext cx="2794283" cy="5472352"/>
            </a:xfrm>
            <a:prstGeom prst="flowChartAlternateProcess">
              <a:avLst/>
            </a:prstGeom>
            <a:noFill/>
            <a:ln w="571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EA521C4-CD15-0130-487D-21951194F06D}"/>
                </a:ext>
              </a:extLst>
            </p:cNvPr>
            <p:cNvSpPr txBox="1"/>
            <p:nvPr/>
          </p:nvSpPr>
          <p:spPr>
            <a:xfrm>
              <a:off x="1798149" y="140480"/>
              <a:ext cx="2074002" cy="650601"/>
            </a:xfrm>
            <a:prstGeom prst="rect">
              <a:avLst/>
            </a:prstGeom>
            <a:noFill/>
          </p:spPr>
          <p:txBody>
            <a:bodyPr wrap="square" rtlCol="0">
              <a:spAutoFit/>
            </a:bodyPr>
            <a:lstStyle/>
            <a:p>
              <a:pPr defTabSz="521208">
                <a:spcAft>
                  <a:spcPts val="600"/>
                </a:spcAft>
              </a:pPr>
              <a:r>
                <a:rPr kumimoji="1" lang="ja-JP" altLang="en-US" sz="1824" kern="1200" dirty="0">
                  <a:solidFill>
                    <a:schemeClr val="accent6">
                      <a:lumMod val="60000"/>
                      <a:lumOff val="40000"/>
                    </a:schemeClr>
                  </a:solidFill>
                  <a:latin typeface="+mn-lt"/>
                  <a:ea typeface="HGS創英角ﾎﾟｯﾌﾟ体" panose="040B0A00000000000000" pitchFamily="50" charset="-128"/>
                  <a:cs typeface="+mn-cs"/>
                </a:rPr>
                <a:t>電流源</a:t>
              </a:r>
              <a:endParaRPr kumimoji="1" lang="ja-JP" altLang="en-US" sz="3200" dirty="0">
                <a:solidFill>
                  <a:schemeClr val="accent6">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18" name="テキスト ボックス 17">
              <a:extLst>
                <a:ext uri="{FF2B5EF4-FFF2-40B4-BE49-F238E27FC236}">
                  <a16:creationId xmlns:a16="http://schemas.microsoft.com/office/drawing/2014/main" id="{A0732A8E-A551-FB63-5F06-9481B2779EC3}"/>
                </a:ext>
              </a:extLst>
            </p:cNvPr>
            <p:cNvSpPr txBox="1"/>
            <p:nvPr/>
          </p:nvSpPr>
          <p:spPr>
            <a:xfrm>
              <a:off x="8985639" y="140480"/>
              <a:ext cx="2074002" cy="650601"/>
            </a:xfrm>
            <a:prstGeom prst="rect">
              <a:avLst/>
            </a:prstGeom>
            <a:noFill/>
          </p:spPr>
          <p:txBody>
            <a:bodyPr wrap="square" rtlCol="0">
              <a:spAutoFit/>
            </a:bodyPr>
            <a:lstStyle/>
            <a:p>
              <a:pPr defTabSz="521208">
                <a:spcAft>
                  <a:spcPts val="600"/>
                </a:spcAft>
              </a:pPr>
              <a:r>
                <a:rPr kumimoji="1" lang="en-US" altLang="ja-JP" sz="1824" kern="1200" dirty="0">
                  <a:solidFill>
                    <a:schemeClr val="accent1">
                      <a:lumMod val="40000"/>
                      <a:lumOff val="60000"/>
                    </a:schemeClr>
                  </a:solidFill>
                  <a:latin typeface="+mn-lt"/>
                  <a:ea typeface="HGS創英角ﾎﾟｯﾌﾟ体" panose="040B0A00000000000000" pitchFamily="50" charset="-128"/>
                  <a:cs typeface="+mn-cs"/>
                </a:rPr>
                <a:t>OPAMP</a:t>
              </a:r>
              <a:endParaRPr kumimoji="1" lang="ja-JP" altLang="en-US" sz="3200" dirty="0">
                <a:solidFill>
                  <a:schemeClr val="accent1">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9764880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err="1"/>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err="1"/>
              <a:t>Vout</a:t>
            </a:r>
            <a:r>
              <a:rPr lang="en-US" altLang="ja-JP" sz="1800" dirty="0"/>
              <a: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err="1"/>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グループ化 9">
            <a:extLst>
              <a:ext uri="{FF2B5EF4-FFF2-40B4-BE49-F238E27FC236}">
                <a16:creationId xmlns:a16="http://schemas.microsoft.com/office/drawing/2014/main" id="{1A3D0CAE-E42F-947E-0E0E-3950883B48B8}"/>
              </a:ext>
            </a:extLst>
          </p:cNvPr>
          <p:cNvGrpSpPr/>
          <p:nvPr/>
        </p:nvGrpSpPr>
        <p:grpSpPr>
          <a:xfrm>
            <a:off x="5987738" y="683560"/>
            <a:ext cx="5628018" cy="5258010"/>
            <a:chOff x="7126420" y="1123585"/>
            <a:chExt cx="4935296" cy="4610830"/>
          </a:xfrm>
        </p:grpSpPr>
        <p:pic>
          <p:nvPicPr>
            <p:cNvPr id="2050" name="Picture 2" descr="差動増幅段 (diff.sch)">
              <a:extLst>
                <a:ext uri="{FF2B5EF4-FFF2-40B4-BE49-F238E27FC236}">
                  <a16:creationId xmlns:a16="http://schemas.microsoft.com/office/drawing/2014/main" id="{7D3E43F6-5984-226E-4563-7704956720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4816001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975C38F8-7F00-BB0C-7710-145CAE9C1D11}"/>
              </a:ext>
            </a:extLst>
          </p:cNvPr>
          <p:cNvGrpSpPr/>
          <p:nvPr/>
        </p:nvGrpSpPr>
        <p:grpSpPr>
          <a:xfrm>
            <a:off x="7343132" y="2479952"/>
            <a:ext cx="3975617" cy="3714244"/>
            <a:chOff x="7126420" y="1123585"/>
            <a:chExt cx="4935296" cy="4610830"/>
          </a:xfrm>
        </p:grpSpPr>
        <p:pic>
          <p:nvPicPr>
            <p:cNvPr id="5" name="Picture 2" descr="差動増幅段 (diff.sch)">
              <a:extLst>
                <a:ext uri="{FF2B5EF4-FFF2-40B4-BE49-F238E27FC236}">
                  <a16:creationId xmlns:a16="http://schemas.microsoft.com/office/drawing/2014/main" id="{8C53A28A-5EEA-C801-DEC9-F81BCF734C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2121E105-24B2-EE19-6BBB-471217D75E8A}"/>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238573" y="2635924"/>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6416" y="1587853"/>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262090" y="4038040"/>
              <a:ext cx="2459155" cy="392578"/>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39136416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B85C4B-D8B9-65E8-A3DC-DE39F9BE6996}"/>
              </a:ext>
            </a:extLst>
          </p:cNvPr>
          <p:cNvSpPr>
            <a:spLocks noGrp="1"/>
          </p:cNvSpPr>
          <p:nvPr>
            <p:ph type="title"/>
          </p:nvPr>
        </p:nvSpPr>
        <p:spPr>
          <a:xfrm>
            <a:off x="1282963" y="1238080"/>
            <a:ext cx="9849751" cy="1349671"/>
          </a:xfrm>
        </p:spPr>
        <p:txBody>
          <a:bodyPr anchor="b">
            <a:normAutofit/>
          </a:bodyPr>
          <a:lstStyle/>
          <a:p>
            <a:r>
              <a:rPr kumimoji="1" lang="ja-JP" altLang="en-US" sz="5400"/>
              <a:t>アクティブ負荷の設計</a:t>
            </a:r>
          </a:p>
        </p:txBody>
      </p:sp>
      <p:sp>
        <p:nvSpPr>
          <p:cNvPr id="3" name="コンテンツ プレースホルダー 2">
            <a:extLst>
              <a:ext uri="{FF2B5EF4-FFF2-40B4-BE49-F238E27FC236}">
                <a16:creationId xmlns:a16="http://schemas.microsoft.com/office/drawing/2014/main" id="{9728DFAC-AD1B-F775-1DBF-737BAE9C7D4C}"/>
              </a:ext>
            </a:extLst>
          </p:cNvPr>
          <p:cNvSpPr>
            <a:spLocks noGrp="1"/>
          </p:cNvSpPr>
          <p:nvPr>
            <p:ph idx="1"/>
          </p:nvPr>
        </p:nvSpPr>
        <p:spPr>
          <a:xfrm>
            <a:off x="1289304" y="2902913"/>
            <a:ext cx="9849751" cy="3032168"/>
          </a:xfrm>
        </p:spPr>
        <p:txBody>
          <a:bodyPr anchor="ctr">
            <a:normAutofit/>
          </a:bodyPr>
          <a:lstStyle/>
          <a:p>
            <a:r>
              <a:rPr kumimoji="1" lang="ja-JP" altLang="en-US" sz="2000"/>
              <a:t>差動増幅</a:t>
            </a:r>
            <a:r>
              <a:rPr lang="ja-JP" altLang="en-US" sz="2000"/>
              <a:t>回路を設計後に行う</a:t>
            </a:r>
            <a:endParaRPr lang="en-US" altLang="ja-JP" sz="2000" dirty="0"/>
          </a:p>
          <a:p>
            <a:pPr lvl="1"/>
            <a:r>
              <a:rPr lang="ja-JP" altLang="en-US" sz="2000"/>
              <a:t>差動増幅回路の最小入力電圧</a:t>
            </a:r>
            <a:r>
              <a:rPr lang="en-US" altLang="ja-JP" sz="2000" dirty="0"/>
              <a:t>Vin(min)=0.5V</a:t>
            </a:r>
            <a:r>
              <a:rPr lang="ja-JP" altLang="en-US" sz="2000"/>
              <a:t>を印加したときに</a:t>
            </a:r>
            <a:r>
              <a:rPr kumimoji="1" lang="ja-JP" altLang="en-US" sz="2000"/>
              <a:t>飽和領域で動作</a:t>
            </a:r>
            <a:r>
              <a:rPr lang="ja-JP" altLang="en-US" sz="2000"/>
              <a:t>する</a:t>
            </a:r>
            <a:r>
              <a:rPr kumimoji="1" lang="ja-JP" altLang="en-US" sz="2000"/>
              <a:t>サイズとする</a:t>
            </a:r>
            <a:endParaRPr kumimoji="1" lang="en-US" altLang="ja-JP" sz="2000" dirty="0"/>
          </a:p>
          <a:p>
            <a:endParaRPr lang="ja-JP" altLang="en-US" sz="2000"/>
          </a:p>
          <a:p>
            <a:endParaRPr kumimoji="1" lang="ja-JP" altLang="en-US" sz="2000"/>
          </a:p>
        </p:txBody>
      </p:sp>
    </p:spTree>
    <p:extLst>
      <p:ext uri="{BB962C8B-B14F-4D97-AF65-F5344CB8AC3E}">
        <p14:creationId xmlns:p14="http://schemas.microsoft.com/office/powerpoint/2010/main" val="11274063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473AF30-C110-F15F-0ACC-5004D46594FE}"/>
              </a:ext>
            </a:extLst>
          </p:cNvPr>
          <p:cNvSpPr>
            <a:spLocks noGrp="1"/>
          </p:cNvSpPr>
          <p:nvPr>
            <p:ph type="title"/>
          </p:nvPr>
        </p:nvSpPr>
        <p:spPr>
          <a:xfrm>
            <a:off x="808638" y="386930"/>
            <a:ext cx="9236700" cy="1188950"/>
          </a:xfrm>
        </p:spPr>
        <p:txBody>
          <a:bodyPr anchor="b">
            <a:normAutofit/>
          </a:bodyPr>
          <a:lstStyle/>
          <a:p>
            <a:r>
              <a:rPr kumimoji="1" lang="ja-JP" altLang="en-US" sz="5400"/>
              <a:t>テール電流の設計</a:t>
            </a:r>
          </a:p>
        </p:txBody>
      </p:sp>
      <p:grpSp>
        <p:nvGrpSpPr>
          <p:cNvPr id="11" name="Group 10">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2" name="Rectangle 11">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3DB7F407-0A7A-1816-27AE-FF79DE7AD842}"/>
              </a:ext>
            </a:extLst>
          </p:cNvPr>
          <p:cNvSpPr>
            <a:spLocks noGrp="1" noChangeArrowheads="1"/>
          </p:cNvSpPr>
          <p:nvPr>
            <p:ph idx="1"/>
          </p:nvPr>
        </p:nvSpPr>
        <p:spPr bwMode="auto">
          <a:xfrm>
            <a:off x="793660" y="2599509"/>
            <a:ext cx="10143668" cy="343553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indent="0" eaLnBrk="0" fontAlgn="base" hangingPunct="0">
              <a:spcBef>
                <a:spcPct val="0"/>
              </a:spcBef>
              <a:spcAft>
                <a:spcPts val="600"/>
              </a:spcAft>
              <a:buFontTx/>
              <a:buChar char="•"/>
            </a:pPr>
            <a:r>
              <a:rPr lang="ja-JP" altLang="en-US" sz="2400"/>
              <a:t>差動増幅回路を設計後に行う</a:t>
            </a:r>
            <a:endParaRPr lang="en-US" altLang="ja-JP" sz="2400" dirty="0"/>
          </a:p>
          <a:p>
            <a:pPr marL="457200" lvl="1" indent="0" eaLnBrk="0" fontAlgn="base" hangingPunct="0">
              <a:spcBef>
                <a:spcPct val="0"/>
              </a:spcBef>
              <a:spcAft>
                <a:spcPts val="600"/>
              </a:spcAft>
              <a:buFontTx/>
              <a:buChar char="•"/>
            </a:pPr>
            <a:r>
              <a:rPr lang="ja-JP" altLang="en-US"/>
              <a:t>差動ペアを構成するトランジスタ（</a:t>
            </a:r>
            <a:r>
              <a:rPr lang="en" altLang="ja-JP" dirty="0"/>
              <a:t>M1, M2</a:t>
            </a:r>
            <a:r>
              <a:rPr lang="ja-JP" altLang="en"/>
              <a:t>）</a:t>
            </a:r>
            <a:r>
              <a:rPr lang="ja-JP" altLang="en-US"/>
              <a:t>が適切に動作する電流（各トランジスタに テール電流の </a:t>
            </a:r>
            <a:r>
              <a:rPr lang="en-US" altLang="ja-JP" dirty="0"/>
              <a:t>1</a:t>
            </a:r>
            <a:r>
              <a:rPr lang="en" altLang="ja-JP" dirty="0"/>
              <a:t>/2 </a:t>
            </a:r>
            <a:r>
              <a:rPr lang="ja-JP" altLang="en-US"/>
              <a:t>が流れる＝各トランジスタの電流の</a:t>
            </a:r>
            <a:r>
              <a:rPr lang="en-US" altLang="ja-JP" dirty="0"/>
              <a:t>2</a:t>
            </a:r>
            <a:r>
              <a:rPr lang="ja-JP" altLang="en-US"/>
              <a:t>倍が必要）を設定する</a:t>
            </a:r>
            <a:endParaRPr kumimoji="0" lang="en-US" altLang="ja-JP" b="1"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30729212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B27180C-CD2D-9103-8F7C-E5D423E2835D}"/>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p>
        </p:txBody>
      </p:sp>
      <p:grpSp>
        <p:nvGrpSpPr>
          <p:cNvPr id="1063" name="Group 106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F3A93B1-9D46-1720-0A29-0CB1ADCD7BF1}"/>
              </a:ext>
            </a:extLst>
          </p:cNvPr>
          <p:cNvSpPr>
            <a:spLocks noGrp="1"/>
          </p:cNvSpPr>
          <p:nvPr>
            <p:ph idx="1"/>
          </p:nvPr>
        </p:nvSpPr>
        <p:spPr>
          <a:xfrm>
            <a:off x="590719" y="2330505"/>
            <a:ext cx="4895681" cy="3979585"/>
          </a:xfrm>
        </p:spPr>
        <p:txBody>
          <a:bodyPr anchor="ctr">
            <a:normAutofit/>
          </a:bodyPr>
          <a:lstStyle/>
          <a:p>
            <a:r>
              <a:rPr lang="ja-JP" altLang="en-US" sz="1100" dirty="0"/>
              <a:t>トランジスタの素性を調べた表</a:t>
            </a:r>
            <a:endParaRPr lang="en-US" altLang="ja-JP" sz="1100" dirty="0"/>
          </a:p>
          <a:p>
            <a:pPr lvl="1"/>
            <a:r>
              <a:rPr lang="en" altLang="ja-JP" sz="1100" dirty="0"/>
              <a:t>L=2 </a:t>
            </a:r>
            <a:r>
              <a:rPr lang="el-GR" altLang="ja-JP" sz="1100" dirty="0"/>
              <a:t>μ</a:t>
            </a:r>
            <a:r>
              <a:rPr lang="en" altLang="ja-JP" sz="1100" dirty="0"/>
              <a:t>m </a:t>
            </a:r>
            <a:r>
              <a:rPr lang="ja-JP" altLang="en-US" sz="1100" dirty="0"/>
              <a:t>のとき、同一バイアス・同一サイズで </a:t>
            </a:r>
            <a:r>
              <a:rPr lang="en" altLang="ja-JP" sz="1100" dirty="0"/>
              <a:t>nMOS </a:t>
            </a:r>
            <a:r>
              <a:rPr lang="ja-JP" altLang="en-US" sz="1100" dirty="0"/>
              <a:t>は </a:t>
            </a:r>
            <a:r>
              <a:rPr lang="en" altLang="ja-JP" sz="1100" dirty="0"/>
              <a:t>pMOS </a:t>
            </a:r>
            <a:r>
              <a:rPr lang="ja-JP" altLang="en-US" sz="1100" dirty="0"/>
              <a:t>の</a:t>
            </a:r>
            <a:r>
              <a:rPr lang="en-US" altLang="ja-JP" sz="1100" dirty="0"/>
              <a:t>10</a:t>
            </a:r>
            <a:r>
              <a:rPr lang="ja-JP" altLang="en-US" sz="1100" dirty="0"/>
              <a:t>倍の電流を流す能力がある</a:t>
            </a:r>
            <a:endParaRPr lang="en-US" altLang="ja-JP" sz="1100" dirty="0"/>
          </a:p>
          <a:p>
            <a:r>
              <a:rPr lang="en" altLang="ja-JP" sz="1100" dirty="0"/>
              <a:t>M1 </a:t>
            </a:r>
            <a:r>
              <a:rPr lang="ja-JP" altLang="en-US" sz="1100" dirty="0"/>
              <a:t>と </a:t>
            </a:r>
            <a:r>
              <a:rPr lang="en" altLang="ja-JP" sz="1100" dirty="0"/>
              <a:t>M3</a:t>
            </a:r>
            <a:r>
              <a:rPr lang="ja-JP" altLang="en" sz="1100" dirty="0"/>
              <a:t>，</a:t>
            </a:r>
            <a:r>
              <a:rPr lang="en" altLang="ja-JP" sz="1100" dirty="0"/>
              <a:t>M2 </a:t>
            </a:r>
            <a:r>
              <a:rPr lang="ja-JP" altLang="en-US" sz="1100" dirty="0"/>
              <a:t>と </a:t>
            </a:r>
            <a:r>
              <a:rPr lang="en" altLang="ja-JP" sz="1100" dirty="0"/>
              <a:t>M4 </a:t>
            </a:r>
            <a:r>
              <a:rPr lang="ja-JP" altLang="en-US" sz="1100" dirty="0"/>
              <a:t>は同じ電流が流れる</a:t>
            </a:r>
            <a:endParaRPr lang="en-US" altLang="ja-JP" sz="1100" dirty="0"/>
          </a:p>
          <a:p>
            <a:pPr lvl="1"/>
            <a:r>
              <a:rPr lang="en" altLang="ja-JP" sz="1100" dirty="0"/>
              <a:t>pMOS (M1</a:t>
            </a:r>
            <a:r>
              <a:rPr lang="ja-JP" altLang="en" sz="1100" dirty="0"/>
              <a:t>，</a:t>
            </a:r>
            <a:r>
              <a:rPr lang="en" altLang="ja-JP" sz="1100" dirty="0"/>
              <a:t>M2) </a:t>
            </a:r>
            <a:r>
              <a:rPr lang="ja-JP" altLang="en-US" sz="1100" dirty="0"/>
              <a:t>のサイズを </a:t>
            </a:r>
            <a:r>
              <a:rPr lang="en" altLang="ja-JP" sz="1100" dirty="0"/>
              <a:t>nMOS (M3</a:t>
            </a:r>
            <a:r>
              <a:rPr lang="ja-JP" altLang="en" sz="1100" dirty="0"/>
              <a:t>，</a:t>
            </a:r>
            <a:r>
              <a:rPr lang="en" altLang="ja-JP" sz="1100" dirty="0"/>
              <a:t>M4) </a:t>
            </a:r>
            <a:r>
              <a:rPr lang="ja-JP" altLang="en-US" sz="1100" dirty="0"/>
              <a:t>の</a:t>
            </a:r>
            <a:r>
              <a:rPr lang="en-US" altLang="ja-JP" sz="1100" dirty="0"/>
              <a:t>10</a:t>
            </a:r>
            <a:r>
              <a:rPr lang="ja-JP" altLang="en-US" sz="1100" dirty="0"/>
              <a:t>倍にすると両者のバイアスが同じになる</a:t>
            </a:r>
            <a:endParaRPr lang="en-US" altLang="ja-JP" sz="1100" dirty="0"/>
          </a:p>
          <a:p>
            <a:pPr lvl="2"/>
            <a:r>
              <a:rPr lang="ja-JP" altLang="en-US" sz="1100" dirty="0"/>
              <a:t>備考：利得 </a:t>
            </a:r>
            <a:r>
              <a:rPr lang="en" altLang="ja-JP" sz="1100" dirty="0"/>
              <a:t>A </a:t>
            </a:r>
            <a:r>
              <a:rPr lang="ja-JP" altLang="en-US" sz="1100" dirty="0"/>
              <a:t>は</a:t>
            </a:r>
            <a:r>
              <a:rPr lang="en" altLang="ja-JP" sz="1100" b="1" dirty="0"/>
              <a:t>MOS</a:t>
            </a:r>
            <a:r>
              <a:rPr lang="ja-JP" altLang="en-US" sz="1100" b="1" dirty="0"/>
              <a:t>のサイズに関係なく定数</a:t>
            </a:r>
            <a:r>
              <a:rPr lang="ja-JP" altLang="en-US" sz="1100" dirty="0"/>
              <a:t>になる</a:t>
            </a:r>
            <a:endParaRPr lang="en-US" altLang="ja-JP" sz="1100" dirty="0"/>
          </a:p>
          <a:p>
            <a:r>
              <a:rPr lang="ja-JP" altLang="en-US" sz="1100" dirty="0"/>
              <a:t>利得は </a:t>
            </a:r>
            <a:r>
              <a:rPr lang="en-US" altLang="ja-JP" sz="1100" dirty="0"/>
              <a:t>A =</a:t>
            </a:r>
            <a:r>
              <a:rPr lang="ja-JP" altLang="en-US" sz="1100" dirty="0"/>
              <a:t> </a:t>
            </a:r>
            <a:r>
              <a:rPr lang="en" altLang="ja-JP" sz="1100" dirty="0"/>
              <a:t>gmR=gm2(rds2∣∣rds4)</a:t>
            </a:r>
          </a:p>
          <a:p>
            <a:pPr lvl="1"/>
            <a:r>
              <a:rPr lang="en-US" altLang="ja-JP" sz="1100" dirty="0"/>
              <a:t>400</a:t>
            </a:r>
            <a:r>
              <a:rPr lang="ja-JP" altLang="en-US" sz="1100" dirty="0"/>
              <a:t>倍 </a:t>
            </a:r>
            <a:r>
              <a:rPr lang="en-US" altLang="ja-JP" sz="1100" dirty="0"/>
              <a:t>= 52 </a:t>
            </a:r>
            <a:r>
              <a:rPr lang="en" altLang="ja-JP" sz="1100" dirty="0"/>
              <a:t>dB</a:t>
            </a:r>
            <a:endParaRPr lang="en-US" altLang="ja-JP" sz="1100" dirty="0"/>
          </a:p>
          <a:p>
            <a:pPr lvl="2"/>
            <a:r>
              <a:rPr lang="ja-JP" altLang="en-US" sz="1100" dirty="0"/>
              <a:t>利得は十分</a:t>
            </a:r>
            <a:endParaRPr lang="en-US" altLang="ja-JP" sz="1100" dirty="0"/>
          </a:p>
          <a:p>
            <a:r>
              <a:rPr lang="ja-JP" altLang="en-US" sz="1100" dirty="0"/>
              <a:t>オーディオ用に応用できるように駆動力を高めにしたい</a:t>
            </a:r>
            <a:endParaRPr lang="en-US" altLang="ja-JP" sz="1100" dirty="0"/>
          </a:p>
          <a:p>
            <a:pPr lvl="1"/>
            <a:r>
              <a:rPr lang="en" altLang="ja-JP" sz="1100" dirty="0"/>
              <a:t>pMOS (M1</a:t>
            </a:r>
            <a:r>
              <a:rPr lang="ja-JP" altLang="en" sz="1100" dirty="0"/>
              <a:t>，</a:t>
            </a:r>
            <a:r>
              <a:rPr lang="en" altLang="ja-JP" sz="1100" dirty="0"/>
              <a:t>M2) </a:t>
            </a:r>
            <a:r>
              <a:rPr lang="ja-JP" altLang="en-US" sz="1100" dirty="0"/>
              <a:t>を大きくして、</a:t>
            </a:r>
            <a:r>
              <a:rPr lang="en" altLang="ja-JP" sz="1100" dirty="0"/>
              <a:t>M1</a:t>
            </a:r>
            <a:r>
              <a:rPr lang="ja-JP" altLang="en" sz="1100" dirty="0"/>
              <a:t>・</a:t>
            </a:r>
            <a:r>
              <a:rPr lang="en" altLang="ja-JP" sz="1100" dirty="0"/>
              <a:t>M2 </a:t>
            </a:r>
            <a:r>
              <a:rPr lang="ja-JP" altLang="en-US" sz="1100" dirty="0"/>
              <a:t>の </a:t>
            </a:r>
            <a:r>
              <a:rPr lang="en" altLang="ja-JP" sz="1100" dirty="0"/>
              <a:t>W/L=100</a:t>
            </a:r>
            <a:r>
              <a:rPr lang="ja-JP" altLang="en" sz="1100" dirty="0"/>
              <a:t>，</a:t>
            </a:r>
            <a:r>
              <a:rPr lang="en" altLang="ja-JP" sz="1100" dirty="0"/>
              <a:t>M3</a:t>
            </a:r>
            <a:r>
              <a:rPr lang="ja-JP" altLang="en" sz="1100" dirty="0"/>
              <a:t>・</a:t>
            </a:r>
            <a:r>
              <a:rPr lang="en" altLang="ja-JP" sz="1100" dirty="0"/>
              <a:t>M4</a:t>
            </a:r>
            <a:r>
              <a:rPr lang="ja-JP" altLang="en-US" sz="1100" dirty="0"/>
              <a:t>の </a:t>
            </a:r>
            <a:r>
              <a:rPr lang="en" altLang="ja-JP" sz="1100" dirty="0"/>
              <a:t>W/L=5</a:t>
            </a:r>
            <a:endParaRPr lang="en-US" altLang="ja-JP" sz="1100" dirty="0"/>
          </a:p>
          <a:p>
            <a:r>
              <a:rPr lang="ja-JP" altLang="en-US" sz="1100" dirty="0"/>
              <a:t>テール電流 </a:t>
            </a:r>
            <a:r>
              <a:rPr lang="en" altLang="ja-JP" sz="1100" dirty="0"/>
              <a:t>M5</a:t>
            </a:r>
          </a:p>
          <a:p>
            <a:pPr lvl="1"/>
            <a:r>
              <a:rPr lang="en" altLang="ja-JP" sz="1100" dirty="0"/>
              <a:t>W/L=20 </a:t>
            </a:r>
            <a:r>
              <a:rPr lang="ja-JP" altLang="en-US" sz="1100" dirty="0"/>
              <a:t>にして</a:t>
            </a:r>
            <a:r>
              <a:rPr lang="en" altLang="ja-JP" sz="1100" dirty="0"/>
              <a:t>Vgs=1.5 V</a:t>
            </a:r>
          </a:p>
          <a:p>
            <a:pPr lvl="2"/>
            <a:r>
              <a:rPr lang="ja-JP" altLang="en-US" sz="1100" dirty="0"/>
              <a:t>必要な電流によって後で調整する</a:t>
            </a:r>
          </a:p>
        </p:txBody>
      </p:sp>
      <p:sp>
        <p:nvSpPr>
          <p:cNvPr id="1069" name="Rectangle 106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差動増幅段 (diff.sch)">
            <a:extLst>
              <a:ext uri="{FF2B5EF4-FFF2-40B4-BE49-F238E27FC236}">
                <a16:creationId xmlns:a16="http://schemas.microsoft.com/office/drawing/2014/main" id="{BE431170-80B0-EE5E-A68B-B388870AC0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28" r="17"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41137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kumimoji="1" lang="ja-JP" altLang="en-US" sz="1400" dirty="0"/>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20" name="Picture 4" descr="差動増幅段 利得曲線">
            <a:extLst>
              <a:ext uri="{FF2B5EF4-FFF2-40B4-BE49-F238E27FC236}">
                <a16:creationId xmlns:a16="http://schemas.microsoft.com/office/drawing/2014/main" id="{2C847EF0-413E-0833-59E4-515DDD5FC9D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93339" y="841905"/>
            <a:ext cx="3001358" cy="2317178"/>
          </a:xfrm>
          <a:prstGeom prst="rect">
            <a:avLst/>
          </a:prstGeom>
          <a:noFill/>
          <a:extLst>
            <a:ext uri="{909E8E84-426E-40DD-AFC4-6F175D3DCCD1}">
              <a14:hiddenFill xmlns:a14="http://schemas.microsoft.com/office/drawing/2010/main">
                <a:solidFill>
                  <a:srgbClr val="FFFFFF"/>
                </a:solidFill>
              </a14:hiddenFill>
            </a:ext>
          </a:extLst>
        </p:spPr>
      </p:pic>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差動増幅段AC解析テストベンチ (diff_ac.sch)">
            <a:extLst>
              <a:ext uri="{FF2B5EF4-FFF2-40B4-BE49-F238E27FC236}">
                <a16:creationId xmlns:a16="http://schemas.microsoft.com/office/drawing/2014/main" id="{530832B0-08F8-50F6-5783-3D71FB011C9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4527" y="3703659"/>
            <a:ext cx="3058982"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50535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0.92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0.2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余裕度は高い</a:t>
            </a:r>
            <a:endParaRPr lang="en-US" altLang="ja-JP" sz="18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descr="差動増幅段 op(動作点解析)">
            <a:extLst>
              <a:ext uri="{FF2B5EF4-FFF2-40B4-BE49-F238E27FC236}">
                <a16:creationId xmlns:a16="http://schemas.microsoft.com/office/drawing/2014/main" id="{1B97D38E-6561-3F24-8520-1B1734B51C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6055606" y="650494"/>
            <a:ext cx="5492282" cy="5324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85324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3.8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p>
          <a:p>
            <a:endParaRPr kumimoji="1" lang="ja-JP" altLang="en-US" sz="2000" dirty="0"/>
          </a:p>
        </p:txBody>
      </p:sp>
      <p:pic>
        <p:nvPicPr>
          <p:cNvPr id="8196" name="Picture 4" descr="差動増幅段入出力特性">
            <a:extLst>
              <a:ext uri="{FF2B5EF4-FFF2-40B4-BE49-F238E27FC236}">
                <a16:creationId xmlns:a16="http://schemas.microsoft.com/office/drawing/2014/main" id="{4A31628A-667B-2100-01D6-3DDE8EDAB58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DC解析 (diff_dc.sch)">
            <a:extLst>
              <a:ext uri="{FF2B5EF4-FFF2-40B4-BE49-F238E27FC236}">
                <a16:creationId xmlns:a16="http://schemas.microsoft.com/office/drawing/2014/main" id="{A8BACACA-2521-1C69-E831-63241A5686B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938459"/>
            <a:ext cx="4389120" cy="18544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0604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err="1"/>
              <a:t>pMOS</a:t>
            </a:r>
            <a:r>
              <a:rPr lang="en-US" altLang="ja-JP" sz="1400" dirty="0"/>
              <a:t>(M1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グループ化 7">
            <a:extLst>
              <a:ext uri="{FF2B5EF4-FFF2-40B4-BE49-F238E27FC236}">
                <a16:creationId xmlns:a16="http://schemas.microsoft.com/office/drawing/2014/main" id="{983EC362-3198-3783-4991-57A34535978A}"/>
              </a:ext>
            </a:extLst>
          </p:cNvPr>
          <p:cNvGrpSpPr/>
          <p:nvPr/>
        </p:nvGrpSpPr>
        <p:grpSpPr>
          <a:xfrm>
            <a:off x="6572111" y="2484255"/>
            <a:ext cx="3829118" cy="3714244"/>
            <a:chOff x="6572111" y="2484255"/>
            <a:chExt cx="3829118" cy="3714244"/>
          </a:xfrm>
        </p:grpSpPr>
        <p:pic>
          <p:nvPicPr>
            <p:cNvPr id="5" name="図 4" descr="ダイアグラム, 概略図&#10;&#10;AI 生成コンテンツは誤りを含む可能性があります。">
              <a:extLst>
                <a:ext uri="{FF2B5EF4-FFF2-40B4-BE49-F238E27FC236}">
                  <a16:creationId xmlns:a16="http://schemas.microsoft.com/office/drawing/2014/main" id="{EE6C5E39-E392-56E0-32B9-98792B25CD66}"/>
                </a:ext>
              </a:extLst>
            </p:cNvPr>
            <p:cNvPicPr>
              <a:picLocks noChangeAspect="1"/>
            </p:cNvPicPr>
            <p:nvPr/>
          </p:nvPicPr>
          <p:blipFill>
            <a:blip r:embed="rId2"/>
            <a:stretch>
              <a:fillRect/>
            </a:stretch>
          </p:blipFill>
          <p:spPr>
            <a:xfrm>
              <a:off x="6572111" y="2484255"/>
              <a:ext cx="3829118" cy="3714244"/>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102156" y="4248103"/>
              <a:ext cx="711042" cy="34226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912880" y="3259146"/>
              <a:ext cx="332046" cy="17879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err="1"/>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3"/>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spTree>
    <p:extLst>
      <p:ext uri="{BB962C8B-B14F-4D97-AF65-F5344CB8AC3E}">
        <p14:creationId xmlns:p14="http://schemas.microsoft.com/office/powerpoint/2010/main" val="325660250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ja-JP" altLang="en-US" sz="1800"/>
              <a:t>十分なスルーレートが得られるように大きな電流を流すこと</a:t>
            </a:r>
            <a:endParaRPr lang="en-US" altLang="ja-JP" sz="1800"/>
          </a:p>
          <a:p>
            <a:pPr lvl="2"/>
            <a:r>
              <a:rPr lang="ja-JP" altLang="en-US" sz="1800"/>
              <a:t>システマティックオフセットを</a:t>
            </a:r>
            <a:r>
              <a:rPr lang="en-US" altLang="ja-JP" sz="1800"/>
              <a:t>0</a:t>
            </a:r>
            <a:r>
              <a:rPr lang="ja-JP" altLang="en-US" sz="1800"/>
              <a:t>にすること</a:t>
            </a:r>
            <a:endParaRPr kumimoji="1" lang="ja-JP" altLang="en-US" sz="1800"/>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ソース接地増幅段">
            <a:extLst>
              <a:ext uri="{FF2B5EF4-FFF2-40B4-BE49-F238E27FC236}">
                <a16:creationId xmlns:a16="http://schemas.microsoft.com/office/drawing/2014/main" id="{ED666F27-BF46-0E52-DC04-E90980EFA56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161908" y="901032"/>
            <a:ext cx="3760421"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10864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34" name="Rectangle 7233">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2394A7-0579-4D20-D01D-1E77DAC3527E}"/>
              </a:ext>
            </a:extLst>
          </p:cNvPr>
          <p:cNvSpPr>
            <a:spLocks noGrp="1"/>
          </p:cNvSpPr>
          <p:nvPr>
            <p:ph type="title"/>
          </p:nvPr>
        </p:nvSpPr>
        <p:spPr>
          <a:xfrm>
            <a:off x="589560" y="856180"/>
            <a:ext cx="6493862" cy="1128068"/>
          </a:xfrm>
        </p:spPr>
        <p:txBody>
          <a:bodyPr anchor="ctr">
            <a:normAutofit/>
          </a:bodyPr>
          <a:lstStyle/>
          <a:p>
            <a:r>
              <a:rPr kumimoji="1" lang="ja-JP" altLang="en-US" sz="3700" dirty="0"/>
              <a:t>システマティックオフセット</a:t>
            </a:r>
          </a:p>
        </p:txBody>
      </p:sp>
      <p:grpSp>
        <p:nvGrpSpPr>
          <p:cNvPr id="7236" name="Group 723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237" name="Rectangle 723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8" name="Rectangle 723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40" name="Rectangle 723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8236677-35E6-B34C-ADAF-7F49E92D5C06}"/>
              </a:ext>
            </a:extLst>
          </p:cNvPr>
          <p:cNvSpPr>
            <a:spLocks noGrp="1"/>
          </p:cNvSpPr>
          <p:nvPr>
            <p:ph idx="1"/>
          </p:nvPr>
        </p:nvSpPr>
        <p:spPr>
          <a:xfrm>
            <a:off x="590718" y="2330505"/>
            <a:ext cx="5871445" cy="3979585"/>
          </a:xfrm>
        </p:spPr>
        <p:txBody>
          <a:bodyPr anchor="ctr">
            <a:normAutofit/>
          </a:bodyPr>
          <a:lstStyle/>
          <a:p>
            <a:r>
              <a:rPr lang="en" altLang="ja-JP" sz="1700" dirty="0"/>
              <a:t>Vinp </a:t>
            </a:r>
            <a:r>
              <a:rPr lang="ja-JP" altLang="en-US" sz="1700" dirty="0"/>
              <a:t>と </a:t>
            </a:r>
            <a:r>
              <a:rPr lang="en" altLang="ja-JP" sz="1700" dirty="0"/>
              <a:t>Vinn </a:t>
            </a:r>
            <a:r>
              <a:rPr lang="ja-JP" altLang="en-US" sz="1700" dirty="0"/>
              <a:t>の差分を増幅する回路</a:t>
            </a:r>
            <a:endParaRPr lang="en-US" altLang="ja-JP" sz="1700" dirty="0"/>
          </a:p>
          <a:p>
            <a:pPr lvl="1"/>
            <a:r>
              <a:rPr lang="en" altLang="ja-JP" sz="1700" dirty="0"/>
              <a:t>Vinp = Vinn </a:t>
            </a:r>
            <a:r>
              <a:rPr lang="ja-JP" altLang="en-US" sz="1700" dirty="0"/>
              <a:t>であれば出力電流は</a:t>
            </a:r>
            <a:r>
              <a:rPr lang="en-US" altLang="ja-JP" sz="1700" dirty="0"/>
              <a:t>0</a:t>
            </a:r>
            <a:r>
              <a:rPr lang="ja-JP" altLang="en-US" sz="1700" dirty="0"/>
              <a:t>となる回路</a:t>
            </a:r>
            <a:endParaRPr lang="en-US" altLang="ja-JP" sz="1700" dirty="0"/>
          </a:p>
          <a:p>
            <a:r>
              <a:rPr lang="ja-JP" altLang="en-US" sz="1700" dirty="0"/>
              <a:t>原理</a:t>
            </a:r>
            <a:endParaRPr lang="en" altLang="ja-JP" sz="1700" dirty="0"/>
          </a:p>
          <a:p>
            <a:pPr lvl="1"/>
            <a:r>
              <a:rPr lang="en" altLang="ja-JP" sz="1700" dirty="0"/>
              <a:t>I</a:t>
            </a:r>
            <a:r>
              <a:rPr lang="en" altLang="ja-JP" sz="1700" baseline="-25000" dirty="0"/>
              <a:t>D5</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r>
              <a:rPr lang="ja-JP" altLang="en-US" sz="1700" dirty="0"/>
              <a:t>かつ </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D5</a:t>
            </a:r>
            <a:r>
              <a:rPr lang="en" altLang="ja-JP" sz="1700" dirty="0"/>
              <a:t>/2</a:t>
            </a:r>
            <a:endParaRPr lang="en-US" altLang="ja-JP" sz="1700" dirty="0"/>
          </a:p>
          <a:p>
            <a:pPr lvl="1"/>
            <a:r>
              <a:rPr lang="en" altLang="ja-JP" sz="1700" dirty="0"/>
              <a:t>Va=Vb </a:t>
            </a:r>
            <a:r>
              <a:rPr lang="ja-JP" altLang="en-US" sz="1700" dirty="0"/>
              <a:t>なので，</a:t>
            </a:r>
            <a:r>
              <a:rPr lang="en" altLang="ja-JP" sz="1700" dirty="0"/>
              <a:t>V</a:t>
            </a:r>
            <a:r>
              <a:rPr lang="en" altLang="ja-JP" sz="1700" baseline="-25000" dirty="0"/>
              <a:t>gs3</a:t>
            </a:r>
            <a:r>
              <a:rPr lang="en" altLang="ja-JP" sz="1700" dirty="0"/>
              <a:t>=V</a:t>
            </a:r>
            <a:r>
              <a:rPr lang="en" altLang="ja-JP" sz="1700" baseline="-25000" dirty="0"/>
              <a:t>gs7</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D7</a:t>
            </a:r>
            <a:r>
              <a:rPr lang="en" altLang="ja-JP" sz="1700" dirty="0"/>
              <a:t>=W</a:t>
            </a:r>
            <a:r>
              <a:rPr lang="en" altLang="ja-JP" sz="1700" baseline="-25000" dirty="0"/>
              <a:t>3</a:t>
            </a:r>
            <a:r>
              <a:rPr lang="en" altLang="ja-JP" sz="1700" dirty="0"/>
              <a:t>:W</a:t>
            </a:r>
            <a:r>
              <a:rPr lang="en" altLang="ja-JP" sz="1700" baseline="-25000" dirty="0"/>
              <a:t>7</a:t>
            </a:r>
            <a:r>
              <a:rPr lang="en" altLang="ja-JP" sz="1700" dirty="0"/>
              <a:t> </a:t>
            </a:r>
            <a:endParaRPr lang="en-US" altLang="ja-JP" sz="1700" dirty="0"/>
          </a:p>
          <a:p>
            <a:pPr lvl="1"/>
            <a:r>
              <a:rPr lang="en" altLang="ja-JP" sz="1700" dirty="0"/>
              <a:t>M5</a:t>
            </a:r>
            <a:r>
              <a:rPr lang="ja-JP" altLang="en-US" sz="1700" dirty="0"/>
              <a:t>と </a:t>
            </a:r>
            <a:r>
              <a:rPr lang="en" altLang="ja-JP" sz="1700" dirty="0"/>
              <a:t>M6 </a:t>
            </a:r>
            <a:r>
              <a:rPr lang="ja-JP" altLang="en-US" sz="1700" dirty="0"/>
              <a:t>はカレントミラー</a:t>
            </a:r>
            <a:endParaRPr lang="en-US" altLang="ja-JP" sz="1700" dirty="0"/>
          </a:p>
          <a:p>
            <a:pPr lvl="2"/>
            <a:r>
              <a:rPr lang="en" altLang="ja-JP" sz="1700" dirty="0"/>
              <a:t>I</a:t>
            </a:r>
            <a:r>
              <a:rPr lang="en" altLang="ja-JP" sz="1700" baseline="-25000" dirty="0"/>
              <a:t>D5</a:t>
            </a:r>
            <a:r>
              <a:rPr lang="en" altLang="ja-JP" sz="1700" dirty="0"/>
              <a:t>:I</a:t>
            </a:r>
            <a:r>
              <a:rPr lang="en" altLang="ja-JP" sz="1700" baseline="-25000" dirty="0"/>
              <a:t>D6</a:t>
            </a:r>
            <a:r>
              <a:rPr lang="en" altLang="ja-JP" sz="1700" dirty="0"/>
              <a:t>=W</a:t>
            </a:r>
            <a:r>
              <a:rPr lang="en" altLang="ja-JP" sz="1700" baseline="-25000" dirty="0"/>
              <a:t>5</a:t>
            </a:r>
            <a:r>
              <a:rPr lang="en" altLang="ja-JP" sz="1700" dirty="0"/>
              <a:t>:W</a:t>
            </a:r>
            <a:r>
              <a:rPr lang="en" altLang="ja-JP" sz="1700" baseline="-25000" dirty="0"/>
              <a:t>6</a:t>
            </a:r>
            <a:r>
              <a:rPr lang="en" altLang="ja-JP" sz="1700" dirty="0"/>
              <a:t> </a:t>
            </a:r>
          </a:p>
          <a:p>
            <a:pPr lvl="1"/>
            <a:r>
              <a:rPr lang="en" altLang="ja-JP" sz="1700" dirty="0"/>
              <a:t>I</a:t>
            </a:r>
            <a:r>
              <a:rPr lang="en" altLang="ja-JP" sz="1700" baseline="-25000" dirty="0"/>
              <a:t>D6</a:t>
            </a:r>
            <a:r>
              <a:rPr lang="en" altLang="ja-JP" sz="1700" dirty="0"/>
              <a:t>=I</a:t>
            </a:r>
            <a:r>
              <a:rPr lang="en" altLang="ja-JP" sz="1700" baseline="-25000" dirty="0"/>
              <a:t>D7</a:t>
            </a:r>
          </a:p>
          <a:p>
            <a:pPr lvl="2"/>
            <a:r>
              <a:rPr lang="ja-JP" altLang="en-US" sz="1700" dirty="0"/>
              <a:t>右図よりシステマティックオフセットは </a:t>
            </a:r>
            <a:r>
              <a:rPr lang="en-US" altLang="ja-JP" sz="1700" dirty="0"/>
              <a:t>0</a:t>
            </a:r>
            <a:endParaRPr lang="en" altLang="ja-JP" sz="1700" dirty="0"/>
          </a:p>
          <a:p>
            <a:pPr lvl="2"/>
            <a:r>
              <a:rPr lang="en" altLang="ja-JP" sz="1700" dirty="0"/>
              <a:t>W</a:t>
            </a:r>
            <a:r>
              <a:rPr lang="en" altLang="ja-JP" sz="1700" baseline="-25000" dirty="0"/>
              <a:t>6</a:t>
            </a:r>
            <a:r>
              <a:rPr lang="en" altLang="ja-JP" sz="1700" dirty="0"/>
              <a:t> </a:t>
            </a:r>
            <a:r>
              <a:rPr lang="ja-JP" altLang="en-US" sz="1700" dirty="0"/>
              <a:t>と </a:t>
            </a:r>
            <a:r>
              <a:rPr lang="en" altLang="ja-JP" sz="1700" dirty="0"/>
              <a:t>W</a:t>
            </a:r>
            <a:r>
              <a:rPr lang="en" altLang="ja-JP" sz="1700" baseline="-25000" dirty="0"/>
              <a:t>7</a:t>
            </a:r>
            <a:r>
              <a:rPr lang="en" altLang="ja-JP" sz="1700" dirty="0"/>
              <a:t> </a:t>
            </a:r>
            <a:r>
              <a:rPr lang="ja-JP" altLang="en-US" sz="1700" dirty="0"/>
              <a:t>の比は </a:t>
            </a:r>
            <a:r>
              <a:rPr lang="en" altLang="ja-JP" sz="1700" dirty="0"/>
              <a:t>W</a:t>
            </a:r>
            <a:r>
              <a:rPr lang="en" altLang="ja-JP" sz="1700" baseline="-25000" dirty="0"/>
              <a:t>5</a:t>
            </a:r>
            <a:r>
              <a:rPr lang="en" altLang="ja-JP" sz="1700" dirty="0"/>
              <a:t> </a:t>
            </a:r>
            <a:r>
              <a:rPr lang="ja-JP" altLang="en-US" sz="1700" dirty="0"/>
              <a:t>と </a:t>
            </a:r>
            <a:r>
              <a:rPr lang="en" altLang="ja-JP" sz="1700" dirty="0"/>
              <a:t>W</a:t>
            </a:r>
            <a:r>
              <a:rPr lang="en" altLang="ja-JP" sz="1700" baseline="-25000" dirty="0"/>
              <a:t>3</a:t>
            </a:r>
            <a:r>
              <a:rPr lang="en" altLang="ja-JP" sz="1700" dirty="0"/>
              <a:t> </a:t>
            </a:r>
            <a:r>
              <a:rPr lang="ja-JP" altLang="en-US" sz="1700" dirty="0"/>
              <a:t>に合わせる</a:t>
            </a:r>
            <a:endParaRPr lang="en-US" altLang="ja-JP" sz="1700" dirty="0"/>
          </a:p>
        </p:txBody>
      </p:sp>
      <p:sp>
        <p:nvSpPr>
          <p:cNvPr id="7242" name="Rectangle 724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4" name="Rectangle 72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0" name="Picture 2" descr="システマティックオフセットを考える">
            <a:extLst>
              <a:ext uri="{FF2B5EF4-FFF2-40B4-BE49-F238E27FC236}">
                <a16:creationId xmlns:a16="http://schemas.microsoft.com/office/drawing/2014/main" id="{10B4ACFF-E41D-276F-AF15-49005DD7571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52905"/>
            <a:ext cx="4397433" cy="2176729"/>
          </a:xfrm>
          <a:prstGeom prst="rect">
            <a:avLst/>
          </a:prstGeom>
          <a:noFill/>
          <a:extLst>
            <a:ext uri="{909E8E84-426E-40DD-AFC4-6F175D3DCCD1}">
              <a14:hiddenFill xmlns:a14="http://schemas.microsoft.com/office/drawing/2010/main">
                <a:solidFill>
                  <a:srgbClr val="FFFFFF"/>
                </a:solidFill>
              </a14:hiddenFill>
            </a:ext>
          </a:extLst>
        </p:spPr>
      </p:pic>
      <p:sp>
        <p:nvSpPr>
          <p:cNvPr id="7246" name="Rectangle 7245">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2" name="Picture 4" descr="システマティックオフセットの式)">
            <a:extLst>
              <a:ext uri="{FF2B5EF4-FFF2-40B4-BE49-F238E27FC236}">
                <a16:creationId xmlns:a16="http://schemas.microsoft.com/office/drawing/2014/main" id="{6066A312-49CF-D6C2-7CBD-6645F96CEECF}"/>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8499" y="3707894"/>
            <a:ext cx="3585417"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344510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01" name="Rectangle 7200">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1B35861-DCED-F900-9252-F6943BC107D8}"/>
              </a:ext>
            </a:extLst>
          </p:cNvPr>
          <p:cNvSpPr>
            <a:spLocks noGrp="1"/>
          </p:cNvSpPr>
          <p:nvPr>
            <p:ph type="title"/>
          </p:nvPr>
        </p:nvSpPr>
        <p:spPr>
          <a:xfrm>
            <a:off x="808638" y="386930"/>
            <a:ext cx="9236700" cy="1188950"/>
          </a:xfrm>
        </p:spPr>
        <p:txBody>
          <a:bodyPr anchor="b">
            <a:normAutofit/>
          </a:bodyPr>
          <a:lstStyle/>
          <a:p>
            <a:r>
              <a:rPr lang="ja-JP" altLang="en-US" sz="4200" dirty="0"/>
              <a:t>システマティックオフセットの設計</a:t>
            </a:r>
            <a:endParaRPr kumimoji="1" lang="ja-JP" altLang="en-US" sz="4200" dirty="0"/>
          </a:p>
        </p:txBody>
      </p:sp>
      <p:grpSp>
        <p:nvGrpSpPr>
          <p:cNvPr id="7203" name="Group 7202">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7204" name="Rectangle 7203">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5" name="Rectangle 7204">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07" name="Rectangle 720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41AA38-281A-A0BA-5033-4662B17CAFBB}"/>
              </a:ext>
            </a:extLst>
          </p:cNvPr>
          <p:cNvSpPr>
            <a:spLocks noGrp="1"/>
          </p:cNvSpPr>
          <p:nvPr>
            <p:ph idx="1"/>
          </p:nvPr>
        </p:nvSpPr>
        <p:spPr>
          <a:xfrm>
            <a:off x="793660" y="2599509"/>
            <a:ext cx="10143668" cy="3435531"/>
          </a:xfrm>
        </p:spPr>
        <p:txBody>
          <a:bodyPr anchor="ctr">
            <a:normAutofit/>
          </a:bodyPr>
          <a:lstStyle/>
          <a:p>
            <a:r>
              <a:rPr lang="ja-JP" altLang="en-US" sz="2400" dirty="0"/>
              <a:t>設計</a:t>
            </a:r>
            <a:endParaRPr lang="en-US" altLang="ja-JP" sz="2400" dirty="0"/>
          </a:p>
          <a:p>
            <a:pPr lvl="1"/>
            <a:r>
              <a:rPr lang="ja-JP" altLang="en-US" dirty="0"/>
              <a:t>必要なスペックに合わせた</a:t>
            </a:r>
            <a:r>
              <a:rPr lang="en-US" altLang="ja-JP" dirty="0" err="1"/>
              <a:t>nMOS</a:t>
            </a:r>
            <a:r>
              <a:rPr lang="ja-JP" altLang="en-US" dirty="0"/>
              <a:t>の</a:t>
            </a:r>
            <a:r>
              <a:rPr lang="en-US" altLang="ja-JP" dirty="0"/>
              <a:t>W/L</a:t>
            </a:r>
            <a:r>
              <a:rPr lang="ja-JP" altLang="en-US" dirty="0"/>
              <a:t>を決定する</a:t>
            </a:r>
            <a:endParaRPr lang="en-US" altLang="ja-JP" dirty="0"/>
          </a:p>
          <a:p>
            <a:r>
              <a:rPr lang="ja-JP" altLang="en-US" sz="2400" dirty="0"/>
              <a:t>例</a:t>
            </a:r>
            <a:endParaRPr lang="en" altLang="ja-JP" sz="2400" dirty="0"/>
          </a:p>
          <a:p>
            <a:pPr lvl="1"/>
            <a:r>
              <a:rPr lang="en" altLang="ja-JP" dirty="0"/>
              <a:t>nMOS</a:t>
            </a:r>
            <a:r>
              <a:rPr lang="ja-JP" altLang="en-US" dirty="0"/>
              <a:t>の </a:t>
            </a:r>
            <a:r>
              <a:rPr lang="en" altLang="ja-JP" dirty="0"/>
              <a:t>W/L </a:t>
            </a:r>
            <a:r>
              <a:rPr lang="ja-JP" altLang="en-US" dirty="0"/>
              <a:t>をキリのいい</a:t>
            </a:r>
            <a:r>
              <a:rPr lang="en-US" altLang="ja-JP" dirty="0"/>
              <a:t>100 </a:t>
            </a:r>
            <a:r>
              <a:rPr lang="ja-JP" altLang="en-US" dirty="0"/>
              <a:t>とする</a:t>
            </a:r>
            <a:endParaRPr lang="en-US" altLang="ja-JP" dirty="0"/>
          </a:p>
          <a:p>
            <a:pPr lvl="2"/>
            <a:r>
              <a:rPr lang="en" altLang="ja-JP" sz="2400" dirty="0"/>
              <a:t>pMOS </a:t>
            </a:r>
            <a:r>
              <a:rPr lang="ja-JP" altLang="en-US" sz="2400" dirty="0"/>
              <a:t>のサイズはシステマティックオフセットを</a:t>
            </a:r>
            <a:r>
              <a:rPr lang="en-US" altLang="ja-JP" sz="2400" dirty="0"/>
              <a:t>0</a:t>
            </a:r>
            <a:r>
              <a:rPr lang="ja-JP" altLang="en-US" sz="2400" dirty="0"/>
              <a:t>にする条件から決定される</a:t>
            </a:r>
            <a:endParaRPr lang="en-US" altLang="ja-JP" sz="2400" dirty="0"/>
          </a:p>
          <a:p>
            <a:pPr lvl="2"/>
            <a:r>
              <a:rPr lang="ja-JP" altLang="en-US" sz="2400" dirty="0"/>
              <a:t>差動増幅段で </a:t>
            </a:r>
            <a:r>
              <a:rPr lang="en-US" altLang="ja-JP" sz="2400" dirty="0"/>
              <a:t>(</a:t>
            </a:r>
            <a:r>
              <a:rPr lang="en" altLang="ja-JP" sz="2400" dirty="0"/>
              <a:t>W/L)</a:t>
            </a:r>
            <a:r>
              <a:rPr lang="en" altLang="ja-JP" sz="2400" baseline="-25000" dirty="0"/>
              <a:t>5</a:t>
            </a:r>
            <a:r>
              <a:rPr lang="en" altLang="ja-JP" sz="2400" dirty="0"/>
              <a:t> = 20</a:t>
            </a:r>
            <a:r>
              <a:rPr lang="ja-JP" altLang="en" sz="2400" dirty="0"/>
              <a:t>，</a:t>
            </a:r>
            <a:r>
              <a:rPr lang="en" altLang="ja-JP" sz="2400" dirty="0"/>
              <a:t>(W/L)</a:t>
            </a:r>
            <a:r>
              <a:rPr lang="en" altLang="ja-JP" sz="2400" baseline="-25000" dirty="0"/>
              <a:t>3</a:t>
            </a:r>
            <a:r>
              <a:rPr lang="en" altLang="ja-JP" sz="2400" dirty="0"/>
              <a:t> = 5</a:t>
            </a:r>
            <a:r>
              <a:rPr lang="ja-JP" altLang="en-US" sz="2400" dirty="0"/>
              <a:t>なので， </a:t>
            </a:r>
            <a:r>
              <a:rPr lang="en-US" altLang="ja-JP" sz="2400" dirty="0"/>
              <a:t>(</a:t>
            </a:r>
            <a:r>
              <a:rPr lang="en" altLang="ja-JP" sz="2400" dirty="0"/>
              <a:t>W/L)</a:t>
            </a:r>
            <a:r>
              <a:rPr lang="en" altLang="ja-JP" sz="2400" baseline="-25000" dirty="0"/>
              <a:t>6</a:t>
            </a:r>
            <a:r>
              <a:rPr lang="en" altLang="ja-JP" sz="2400" dirty="0"/>
              <a:t> </a:t>
            </a:r>
            <a:r>
              <a:rPr lang="ja-JP" altLang="en-US" sz="2400" dirty="0"/>
              <a:t>は </a:t>
            </a:r>
            <a:r>
              <a:rPr lang="en-US" altLang="ja-JP" sz="2400" dirty="0"/>
              <a:t>(</a:t>
            </a:r>
            <a:r>
              <a:rPr lang="en" altLang="ja-JP" sz="2400" dirty="0"/>
              <a:t>W/L)</a:t>
            </a:r>
            <a:r>
              <a:rPr lang="en" altLang="ja-JP" sz="2400" baseline="-25000" dirty="0"/>
              <a:t>7</a:t>
            </a:r>
            <a:r>
              <a:rPr lang="en" altLang="ja-JP" sz="2400" dirty="0"/>
              <a:t> </a:t>
            </a:r>
            <a:r>
              <a:rPr lang="ja-JP" altLang="en-US" sz="2400" dirty="0"/>
              <a:t>の</a:t>
            </a:r>
            <a:r>
              <a:rPr lang="en-US" altLang="ja-JP" sz="2400" dirty="0"/>
              <a:t>2</a:t>
            </a:r>
            <a:r>
              <a:rPr lang="ja-JP" altLang="en-US" sz="2400" dirty="0"/>
              <a:t>倍，つまり</a:t>
            </a:r>
            <a:r>
              <a:rPr lang="en-US" altLang="ja-JP" sz="2400" dirty="0"/>
              <a:t>200 </a:t>
            </a:r>
            <a:r>
              <a:rPr lang="ja-JP" altLang="en-US" sz="2400" dirty="0"/>
              <a:t>となる</a:t>
            </a:r>
            <a:endParaRPr kumimoji="1" lang="ja-JP" altLang="en-US" sz="2400" dirty="0"/>
          </a:p>
        </p:txBody>
      </p:sp>
    </p:spTree>
    <p:extLst>
      <p:ext uri="{BB962C8B-B14F-4D97-AF65-F5344CB8AC3E}">
        <p14:creationId xmlns:p14="http://schemas.microsoft.com/office/powerpoint/2010/main" val="23845707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dirty="0"/>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あれば最低限の要求は満たせるので、それほど気にしなくとも良い</a:t>
            </a:r>
            <a:endParaRPr lang="en-US" altLang="ja-JP" sz="2400"/>
          </a:p>
          <a:p>
            <a:pPr lvl="1"/>
            <a:r>
              <a:rPr lang="ja-JP" altLang="en-US"/>
              <a:t>性能劣化を考慮しても、</a:t>
            </a:r>
            <a:r>
              <a:rPr lang="en-US" altLang="ja-JP" dirty="0"/>
              <a:t>100kHz</a:t>
            </a:r>
            <a:r>
              <a:rPr lang="ja-JP" altLang="en-US"/>
              <a:t>を超えていれば十分である</a:t>
            </a:r>
            <a:endParaRPr lang="en-US" altLang="ja-JP" dirty="0"/>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スルーレート </a:t>
            </a:r>
            <a:r>
              <a:rPr lang="en-US" altLang="ja-JP" dirty="0"/>
              <a:t>8.6 </a:t>
            </a:r>
            <a:r>
              <a:rPr lang="en" altLang="ja-JP" dirty="0"/>
              <a:t>V/</a:t>
            </a:r>
            <a:r>
              <a:rPr lang="el-GR" altLang="ja-JP" dirty="0"/>
              <a:t>μ</a:t>
            </a:r>
            <a:r>
              <a:rPr lang="en" altLang="ja-JP" dirty="0"/>
              <a:t>s </a:t>
            </a:r>
            <a:r>
              <a:rPr lang="ja-JP" altLang="en-US" dirty="0"/>
              <a:t>ぐらい，</a:t>
            </a:r>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580 </a:t>
            </a:r>
            <a:r>
              <a:rPr lang="en" altLang="ja-JP" dirty="0"/>
              <a:t>ns = 1.7MHz</a:t>
            </a:r>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kumimoji="1" lang="ja-JP" altLang="en-US" sz="2000" dirty="0"/>
          </a:p>
        </p:txBody>
      </p:sp>
      <p:pic>
        <p:nvPicPr>
          <p:cNvPr id="6146" name="Picture 2" descr="ソース接地過渡応答評価回路 過渡応答">
            <a:extLst>
              <a:ext uri="{FF2B5EF4-FFF2-40B4-BE49-F238E27FC236}">
                <a16:creationId xmlns:a16="http://schemas.microsoft.com/office/drawing/2014/main" id="{B69ADD30-624E-1099-8ED8-FB25A9385B7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ソース接地過渡応答評価回路 (cs_tran.sch)">
            <a:extLst>
              <a:ext uri="{FF2B5EF4-FFF2-40B4-BE49-F238E27FC236}">
                <a16:creationId xmlns:a16="http://schemas.microsoft.com/office/drawing/2014/main" id="{4249DF1A-E507-ACB3-262B-E9715F6A07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686085"/>
            <a:ext cx="4389120" cy="2359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016696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28720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dirty="0"/>
              <a:t>な出力段</a:t>
            </a:r>
            <a:endParaRPr kumimoji="1" lang="en-US" altLang="ja-JP" sz="2400" dirty="0"/>
          </a:p>
          <a:p>
            <a:pPr lvl="4"/>
            <a:r>
              <a:rPr lang="ja-JP" altLang="en-US" sz="2400" dirty="0"/>
              <a:t>インバータ回路</a:t>
            </a:r>
            <a:r>
              <a:rPr lang="en-US" altLang="ja-JP" sz="2400" dirty="0"/>
              <a:t>x2</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差動増幅段 op(動作点解析)">
            <a:extLst>
              <a:ext uri="{FF2B5EF4-FFF2-40B4-BE49-F238E27FC236}">
                <a16:creationId xmlns:a16="http://schemas.microsoft.com/office/drawing/2014/main" id="{2A930935-9230-82E7-AB4E-9671F5C58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128743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dirty="0"/>
              <a:t>20kHz</a:t>
            </a:r>
            <a:r>
              <a:rPr kumimoji="1" lang="ja-JP" altLang="en-US" sz="1800"/>
              <a:t>で</a:t>
            </a:r>
            <a:r>
              <a:rPr kumimoji="1" lang="en-US" altLang="ja-JP" sz="1800" dirty="0"/>
              <a:t>60dB</a:t>
            </a:r>
            <a:r>
              <a:rPr kumimoji="1" lang="ja-JP" altLang="en-US" sz="1800"/>
              <a:t>ギリギリ</a:t>
            </a:r>
            <a:endParaRPr kumimoji="1" lang="en-US" altLang="ja-JP" sz="1800" dirty="0"/>
          </a:p>
          <a:p>
            <a:pPr lvl="1"/>
            <a:r>
              <a:rPr lang="ja-JP" altLang="en-US" sz="1800"/>
              <a:t>もう少し性能を上げたないとダメ</a:t>
            </a:r>
            <a:endParaRPr lang="en-US" altLang="ja-JP" sz="1800" dirty="0"/>
          </a:p>
          <a:p>
            <a:pPr lvl="1"/>
            <a:r>
              <a:rPr lang="ja-JP" altLang="en-US" sz="1800"/>
              <a:t>サンプルなのでこれで</a:t>
            </a:r>
            <a:r>
              <a:rPr lang="en-US" altLang="ja-JP" sz="1800" dirty="0"/>
              <a:t>OK</a:t>
            </a:r>
            <a:r>
              <a:rPr lang="ja-JP" altLang="en-US" sz="1800"/>
              <a:t>とする</a:t>
            </a:r>
            <a:endParaRPr kumimoji="1" lang="ja-JP" altLang="en-US" sz="1800"/>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00" name="Picture 4" descr="差動段 + ソース接地 周波数特性">
            <a:extLst>
              <a:ext uri="{FF2B5EF4-FFF2-40B4-BE49-F238E27FC236}">
                <a16:creationId xmlns:a16="http://schemas.microsoft.com/office/drawing/2014/main" id="{EF807252-196D-0CD7-C9EB-846A6A605053}"/>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85585" y="841905"/>
            <a:ext cx="3016866" cy="2317178"/>
          </a:xfrm>
          <a:prstGeom prst="rect">
            <a:avLst/>
          </a:prstGeom>
          <a:noFill/>
          <a:extLst>
            <a:ext uri="{909E8E84-426E-40DD-AFC4-6F175D3DCCD1}">
              <a14:hiddenFill xmlns:a14="http://schemas.microsoft.com/office/drawing/2010/main">
                <a:solidFill>
                  <a:srgbClr val="FFFFFF"/>
                </a:solidFill>
              </a14:hiddenFill>
            </a:ext>
          </a:extLst>
        </p:spPr>
      </p:pic>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差動段 + ソース接地 AC解析 (2stage_ac.sch)">
            <a:extLst>
              <a:ext uri="{FF2B5EF4-FFF2-40B4-BE49-F238E27FC236}">
                <a16:creationId xmlns:a16="http://schemas.microsoft.com/office/drawing/2014/main" id="{20AD5EEB-8503-905A-830D-0D15BAE1CE2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841066" y="4006450"/>
            <a:ext cx="4305905" cy="1711596"/>
          </a:xfrm>
          <a:prstGeom prst="rect">
            <a:avLst/>
          </a:prstGeom>
          <a:noFill/>
          <a:extLst>
            <a:ext uri="{909E8E84-426E-40DD-AFC4-6F175D3DCCD1}">
              <a14:hiddenFill xmlns:a14="http://schemas.microsoft.com/office/drawing/2010/main">
                <a:solidFill>
                  <a:srgbClr val="FFFFFF"/>
                </a:solidFill>
              </a14:hiddenFill>
            </a:ext>
          </a:extLst>
        </p:spPr>
      </p:pic>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43749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526106" cy="461665"/>
            </a:xfrm>
            <a:prstGeom prst="rect">
              <a:avLst/>
            </a:prstGeom>
            <a:noFill/>
          </p:spPr>
          <p:txBody>
            <a:bodyPr wrap="none" rtlCol="0">
              <a:spAutoFit/>
            </a:bodyPr>
            <a:lstStyle/>
            <a:p>
              <a:pPr defTabSz="530352">
                <a:spcAft>
                  <a:spcPts val="600"/>
                </a:spcAft>
              </a:pPr>
              <a:r>
                <a:rPr kumimoji="1" lang="en-US" altLang="ja-JP" sz="1392" kern="1200" err="1">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a:p>
          <a:p>
            <a:pPr lvl="1"/>
            <a:r>
              <a:rPr lang="ja-JP" altLang="en-US" sz="2000" b="1"/>
              <a:t>特定の周波数において、システムの出力が無限大に発散する（共振する）点</a:t>
            </a:r>
            <a:endParaRPr lang="en-US" altLang="ja-JP" sz="1600"/>
          </a:p>
          <a:p>
            <a:pPr lvl="1"/>
            <a:r>
              <a:rPr lang="ja-JP" altLang="en-US" sz="2000"/>
              <a:t>対策</a:t>
            </a:r>
            <a:endParaRPr lang="en-US" altLang="ja-JP" sz="2000"/>
          </a:p>
          <a:p>
            <a:pPr lvl="2"/>
            <a:r>
              <a:rPr lang="en-US" altLang="ja-JP"/>
              <a:t>pole-splitting</a:t>
            </a:r>
            <a:r>
              <a:rPr lang="ja-JP" altLang="en-US"/>
              <a:t>＝位相補償容量</a:t>
            </a:r>
            <a:endParaRPr lang="en-US" altLang="ja-JP"/>
          </a:p>
          <a:p>
            <a:r>
              <a:rPr kumimoji="1" lang="ja-JP" altLang="en-US" sz="2000"/>
              <a:t>零点</a:t>
            </a:r>
            <a:endParaRPr kumimoji="1" lang="en-US" altLang="ja-JP" sz="2000"/>
          </a:p>
          <a:p>
            <a:pPr lvl="1"/>
            <a:r>
              <a:rPr lang="ja-JP" altLang="en-US" sz="2000" b="1"/>
              <a:t>特定の周波数において、システムが入力信号を完全に遮断し、出力がゼロになる点</a:t>
            </a:r>
            <a:endParaRPr lang="en-US" altLang="ja-JP" sz="2000" b="1"/>
          </a:p>
          <a:p>
            <a:pPr lvl="1"/>
            <a:r>
              <a:rPr lang="ja-JP" altLang="en-US" sz="2000"/>
              <a:t>対策</a:t>
            </a:r>
            <a:endParaRPr lang="en-US" altLang="ja-JP" sz="2000"/>
          </a:p>
          <a:p>
            <a:pPr lvl="2"/>
            <a:r>
              <a:rPr lang="ja-JP" altLang="en-US"/>
              <a:t>バイアスレプリカ＝補償抵抗</a:t>
            </a:r>
            <a:endParaRPr lang="en-US" altLang="ja-JP" b="1"/>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err="1"/>
              <a:t>v</a:t>
            </a:r>
            <a:r>
              <a:rPr kumimoji="1" lang="en-US" altLang="ja-JP" baseline="-25000" err="1"/>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28014" cy="3432254"/>
            <a:chOff x="921644" y="2390516"/>
            <a:chExt cx="7168656"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49537" cy="523220"/>
            </a:xfrm>
            <a:prstGeom prst="rect">
              <a:avLst/>
            </a:prstGeom>
            <a:noFill/>
          </p:spPr>
          <p:txBody>
            <a:bodyPr wrap="none" rtlCol="0">
              <a:spAutoFit/>
            </a:bodyPr>
            <a:lstStyle/>
            <a:p>
              <a:pPr defTabSz="713232">
                <a:spcAft>
                  <a:spcPts val="600"/>
                </a:spcAft>
              </a:pPr>
              <a:r>
                <a:rPr kumimoji="1" lang="en-US" altLang="ja-JP" sz="2184" i="1" kern="1200" err="1">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err="1">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m7</a:t>
            </a:r>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en-US" altLang="ja-JP">
                <a:solidFill>
                  <a:srgbClr val="FF0000"/>
                </a:solidFill>
              </a:rPr>
              <a:t>=</a:t>
            </a:r>
            <a:r>
              <a:rPr lang="ja-JP" altLang="en-US">
                <a:solidFill>
                  <a:srgbClr val="FF0000"/>
                </a:solidFill>
              </a:rPr>
              <a:t>一定」が必須条件</a:t>
            </a:r>
            <a:endParaRPr lang="en-US" altLang="ja-JP">
              <a:solidFill>
                <a:srgbClr val="FF0000"/>
              </a:solidFill>
            </a:endParaRPr>
          </a:p>
          <a:p>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a:solidFill>
                  <a:srgbClr val="FF0000"/>
                </a:solidFill>
                <a:latin typeface="Times New Roman" panose="02020603050405020304" pitchFamily="18" charset="0"/>
                <a:cs typeface="Times New Roman" panose="02020603050405020304" pitchFamily="18" charset="0"/>
              </a:rPr>
            </a:br>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V</a:t>
              </a:r>
              <a:r>
                <a:rPr kumimoji="1" lang="en-US" altLang="ja-JP" baseline="-25000" err="1">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R</a:t>
              </a:r>
              <a:r>
                <a:rPr lang="en-US" altLang="ja-JP" baseline="-25000" err="1">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err="1">
                <a:latin typeface="Times New Roman" panose="02020603050405020304" pitchFamily="18" charset="0"/>
                <a:cs typeface="Times New Roman" panose="02020603050405020304" pitchFamily="18" charset="0"/>
              </a:rPr>
              <a:t>Vod</a:t>
            </a:r>
            <a:r>
              <a:rPr kumimoji="1" lang="en-US" altLang="ja-JP" sz="1600">
                <a:latin typeface="Times New Roman" panose="02020603050405020304" pitchFamily="18" charset="0"/>
                <a:cs typeface="Times New Roman" panose="02020603050405020304" pitchFamily="18" charset="0"/>
              </a:rPr>
              <a:t>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a:t>Vgs7 = </a:t>
            </a:r>
            <a:r>
              <a:rPr lang="en-US" altLang="ja-JP" sz="1400" err="1"/>
              <a:t>Vb</a:t>
            </a:r>
            <a:r>
              <a:rPr lang="en-US" altLang="ja-JP" sz="1400"/>
              <a:t>, Vgs12 = </a:t>
            </a:r>
            <a:r>
              <a:rPr lang="en-US" altLang="ja-JP" sz="1400" err="1"/>
              <a:t>Vc</a:t>
            </a:r>
            <a:r>
              <a:rPr lang="en-US" altLang="ja-JP" sz="1400"/>
              <a:t> − </a:t>
            </a:r>
            <a:r>
              <a:rPr lang="en-US" altLang="ja-JP" sz="1400" err="1"/>
              <a:t>Vb</a:t>
            </a:r>
            <a:r>
              <a:rPr lang="en-US" altLang="ja-JP" sz="1400"/>
              <a:t> </a:t>
            </a:r>
            <a:r>
              <a:rPr lang="ja-JP" altLang="en-US" sz="1400"/>
              <a:t>ですから、 </a:t>
            </a:r>
            <a:r>
              <a:rPr lang="en-US" altLang="ja-JP" sz="1400" err="1"/>
              <a:t>Vc</a:t>
            </a:r>
            <a:r>
              <a:rPr lang="en-US" altLang="ja-JP" sz="1400"/>
              <a:t> = 2Vb </a:t>
            </a:r>
            <a:r>
              <a:rPr lang="ja-JP" altLang="en-US" sz="1400"/>
              <a:t>となるように </a:t>
            </a:r>
            <a:r>
              <a:rPr lang="en-US" altLang="ja-JP" sz="1400" err="1"/>
              <a:t>Vc</a:t>
            </a:r>
            <a:r>
              <a:rPr lang="en-US" altLang="ja-JP" sz="1400"/>
              <a:t> </a:t>
            </a:r>
            <a:r>
              <a:rPr lang="ja-JP" altLang="en-US" sz="1400"/>
              <a:t>を調整すればよい</a:t>
            </a:r>
            <a:endParaRPr lang="en-US" altLang="ja-JP" sz="1400"/>
          </a:p>
          <a:p>
            <a:pPr marL="800100" lvl="1" indent="-342900">
              <a:buFont typeface="+mj-lt"/>
              <a:buAutoNum type="arabicPeriod"/>
            </a:pPr>
            <a:r>
              <a:rPr lang="ja-JP" altLang="en-US" sz="1400"/>
              <a:t>この </a:t>
            </a:r>
            <a:r>
              <a:rPr lang="en-US" altLang="ja-JP" sz="1400" err="1"/>
              <a:t>Vc</a:t>
            </a:r>
            <a:r>
              <a:rPr lang="en-US" altLang="ja-JP" sz="1400"/>
              <a:t> </a:t>
            </a:r>
            <a:r>
              <a:rPr lang="ja-JP" altLang="en-US" sz="1400"/>
              <a:t>を作るのがバイアスレプリカ回路</a:t>
            </a:r>
            <a:endParaRPr lang="en-US" altLang="ja-JP" sz="1400"/>
          </a:p>
          <a:p>
            <a:pPr marL="342900" indent="-342900">
              <a:buFont typeface="+mj-lt"/>
              <a:buAutoNum type="arabicPeriod"/>
            </a:pPr>
            <a:r>
              <a:rPr lang="en-US" altLang="ja-JP" sz="1400"/>
              <a:t>M6 </a:t>
            </a:r>
            <a:r>
              <a:rPr lang="ja-JP" altLang="en-US" sz="1400"/>
              <a:t>と </a:t>
            </a:r>
            <a:r>
              <a:rPr lang="en-US" altLang="ja-JP" sz="1400"/>
              <a:t>M9 </a:t>
            </a:r>
            <a:r>
              <a:rPr lang="ja-JP" altLang="en-US" sz="1400"/>
              <a:t>でカレントミラーを構成し、</a:t>
            </a:r>
            <a:r>
              <a:rPr lang="en-US" altLang="ja-JP" sz="1400"/>
              <a:t>M7 </a:t>
            </a:r>
            <a:r>
              <a:rPr lang="ja-JP" altLang="en-US" sz="1400"/>
              <a:t>に流れる電流と </a:t>
            </a:r>
            <a:r>
              <a:rPr lang="en-US" altLang="ja-JP" sz="1400"/>
              <a:t>M9 </a:t>
            </a:r>
            <a:r>
              <a:rPr lang="ja-JP" altLang="en-US" sz="1400"/>
              <a:t>に流れる電流が連動する</a:t>
            </a:r>
            <a:endParaRPr lang="en-US" altLang="ja-JP" sz="1400"/>
          </a:p>
          <a:p>
            <a:pPr marL="342900" indent="-342900">
              <a:buFont typeface="+mj-lt"/>
              <a:buAutoNum type="arabicPeriod"/>
            </a:pPr>
            <a:r>
              <a:rPr lang="en-US" altLang="ja-JP" sz="1400"/>
              <a:t>M9 </a:t>
            </a:r>
            <a:r>
              <a:rPr lang="ja-JP" altLang="en-US" sz="1400"/>
              <a:t>に流れる電流は </a:t>
            </a:r>
            <a:r>
              <a:rPr lang="en-US" altLang="ja-JP" sz="1400"/>
              <a:t>M11 </a:t>
            </a:r>
            <a:r>
              <a:rPr lang="ja-JP" altLang="en-US" sz="1400"/>
              <a:t>に流れる電流に等しい</a:t>
            </a:r>
            <a:endParaRPr lang="en-US" altLang="ja-JP" sz="1400"/>
          </a:p>
          <a:p>
            <a:pPr marL="800100" lvl="1" indent="-342900">
              <a:buFont typeface="+mj-lt"/>
              <a:buAutoNum type="arabicPeriod"/>
            </a:pPr>
            <a:r>
              <a:rPr lang="ja-JP" altLang="en-US" sz="1400"/>
              <a:t> </a:t>
            </a:r>
            <a:r>
              <a:rPr lang="en-US" altLang="ja-JP" sz="1400"/>
              <a:t>W</a:t>
            </a:r>
            <a:r>
              <a:rPr lang="en-US" altLang="ja-JP" sz="1400" baseline="-25000"/>
              <a:t>6</a:t>
            </a:r>
            <a:r>
              <a:rPr lang="ja-JP" altLang="en-US" sz="1400"/>
              <a:t> </a:t>
            </a:r>
            <a:r>
              <a:rPr lang="en-US" altLang="ja-JP" sz="1400"/>
              <a:t>: W</a:t>
            </a:r>
            <a:r>
              <a:rPr lang="en-US" altLang="ja-JP" sz="1400" baseline="-25000"/>
              <a:t>9</a:t>
            </a:r>
            <a:r>
              <a:rPr lang="ja-JP" altLang="en-US" sz="1400"/>
              <a:t> </a:t>
            </a:r>
            <a:r>
              <a:rPr lang="en-US" altLang="ja-JP" sz="1400"/>
              <a:t>= W</a:t>
            </a:r>
            <a:r>
              <a:rPr lang="en-US" altLang="ja-JP" sz="1400" baseline="-25000"/>
              <a:t>7</a:t>
            </a:r>
            <a:r>
              <a:rPr lang="ja-JP" altLang="en-US" sz="1400"/>
              <a:t> </a:t>
            </a:r>
            <a:r>
              <a:rPr lang="en-US" altLang="ja-JP" sz="1400"/>
              <a:t>: W</a:t>
            </a:r>
            <a:r>
              <a:rPr lang="en-US" altLang="ja-JP" sz="1400" baseline="-25000"/>
              <a:t>11</a:t>
            </a:r>
            <a:r>
              <a:rPr lang="ja-JP" altLang="en-US" sz="1400"/>
              <a:t> </a:t>
            </a:r>
            <a:endParaRPr lang="en-US" altLang="ja-JP" sz="1400"/>
          </a:p>
          <a:p>
            <a:pPr marL="800100" lvl="1" indent="-342900">
              <a:buFont typeface="+mj-lt"/>
              <a:buAutoNum type="arabicPeriod"/>
            </a:pPr>
            <a:r>
              <a:rPr lang="en-US" altLang="ja-JP" sz="1400"/>
              <a:t>M11 </a:t>
            </a:r>
            <a:r>
              <a:rPr lang="ja-JP" altLang="en-US" sz="1400"/>
              <a:t>の </a:t>
            </a:r>
            <a:r>
              <a:rPr lang="en-US" altLang="ja-JP" sz="1400" err="1"/>
              <a:t>Vgs</a:t>
            </a:r>
            <a:r>
              <a:rPr lang="en-US" altLang="ja-JP" sz="1400"/>
              <a:t> </a:t>
            </a:r>
            <a:r>
              <a:rPr lang="ja-JP" altLang="en-US" sz="1400"/>
              <a:t>つまり </a:t>
            </a:r>
            <a:r>
              <a:rPr lang="en-US" altLang="ja-JP" sz="1400" err="1"/>
              <a:t>Vd</a:t>
            </a:r>
            <a:r>
              <a:rPr lang="en-US" altLang="ja-JP" sz="1400"/>
              <a:t> </a:t>
            </a:r>
            <a:r>
              <a:rPr lang="ja-JP" altLang="en-US" sz="1400"/>
              <a:t>は </a:t>
            </a:r>
            <a:r>
              <a:rPr lang="en-US" altLang="ja-JP" sz="1400" err="1"/>
              <a:t>Vb</a:t>
            </a:r>
            <a:r>
              <a:rPr lang="en-US" altLang="ja-JP" sz="1400"/>
              <a:t> </a:t>
            </a:r>
            <a:r>
              <a:rPr lang="ja-JP" altLang="en-US" sz="1400"/>
              <a:t>に等しい</a:t>
            </a:r>
            <a:endParaRPr lang="en-US" altLang="ja-JP" sz="1400"/>
          </a:p>
          <a:p>
            <a:pPr marL="342900" indent="-342900">
              <a:buFont typeface="+mj-lt"/>
              <a:buAutoNum type="arabicPeriod"/>
            </a:pPr>
            <a:r>
              <a:rPr lang="ja-JP" altLang="en-US" sz="1400"/>
              <a:t>同じサイズの </a:t>
            </a:r>
            <a:r>
              <a:rPr lang="en-US" altLang="ja-JP" sz="1400"/>
              <a:t>M10 </a:t>
            </a:r>
            <a:r>
              <a:rPr lang="ja-JP" altLang="en-US" sz="1400"/>
              <a:t>をつなぐと、同じ電流が流れる</a:t>
            </a:r>
            <a:endParaRPr lang="en-US" altLang="ja-JP" sz="1400"/>
          </a:p>
          <a:p>
            <a:pPr marL="800100" lvl="1" indent="-342900">
              <a:buFont typeface="+mj-lt"/>
              <a:buAutoNum type="arabicPeriod"/>
            </a:pPr>
            <a:r>
              <a:rPr lang="en-US" altLang="ja-JP" sz="1400"/>
              <a:t>Vgs</a:t>
            </a:r>
            <a:r>
              <a:rPr lang="en-US" altLang="ja-JP" sz="1400" baseline="-25000"/>
              <a:t>10</a:t>
            </a:r>
            <a:r>
              <a:rPr lang="ja-JP" altLang="en-US" sz="1400"/>
              <a:t> </a:t>
            </a:r>
            <a:r>
              <a:rPr lang="en-US" altLang="ja-JP" sz="1400"/>
              <a:t>= </a:t>
            </a:r>
            <a:r>
              <a:rPr lang="en-US" altLang="ja-JP" sz="1400" err="1"/>
              <a:t>Vd</a:t>
            </a:r>
            <a:r>
              <a:rPr lang="en-US" altLang="ja-JP" sz="1400"/>
              <a:t> = </a:t>
            </a:r>
            <a:r>
              <a:rPr lang="en-US" altLang="ja-JP" sz="1400" err="1"/>
              <a:t>Vb</a:t>
            </a:r>
            <a:r>
              <a:rPr lang="en-US" altLang="ja-JP" sz="1400"/>
              <a:t> </a:t>
            </a:r>
            <a:r>
              <a:rPr lang="ja-JP" altLang="en-US" sz="1400"/>
              <a:t>となり、 </a:t>
            </a:r>
            <a:r>
              <a:rPr lang="en-US" altLang="ja-JP" sz="1400" err="1"/>
              <a:t>Vc</a:t>
            </a:r>
            <a:r>
              <a:rPr lang="en-US" altLang="ja-JP" sz="140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p:txBody>
      </p:sp>
      <p:pic>
        <p:nvPicPr>
          <p:cNvPr id="4100" name="Picture 4" descr="差動段 + ソース接地 位相曲線">
            <a:extLst>
              <a:ext uri="{FF2B5EF4-FFF2-40B4-BE49-F238E27FC236}">
                <a16:creationId xmlns:a16="http://schemas.microsoft.com/office/drawing/2014/main" id="{2777EED6-0C3E-FB31-CBAA-97D1D754C7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964" r="4" b="7327"/>
          <a:stretch>
            <a:fillRect/>
          </a:stretch>
        </p:blipFill>
        <p:spPr bwMode="auto">
          <a:xfrm>
            <a:off x="6629113" y="3397710"/>
            <a:ext cx="4650982" cy="2729406"/>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差動段 + ソース接地 周波数特性">
            <a:extLst>
              <a:ext uri="{FF2B5EF4-FFF2-40B4-BE49-F238E27FC236}">
                <a16:creationId xmlns:a16="http://schemas.microsoft.com/office/drawing/2014/main" id="{6F402CE8-C3A8-5FC8-BAF6-28EBA5B5C4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032" r="4" b="9509"/>
          <a:stretch>
            <a:fillRect/>
          </a:stretch>
        </p:blipFill>
        <p:spPr bwMode="auto">
          <a:xfrm>
            <a:off x="6715952" y="702404"/>
            <a:ext cx="4431019" cy="2600321"/>
          </a:xfrm>
          <a:prstGeom prst="rect">
            <a:avLst/>
          </a:prstGeom>
          <a:noFill/>
          <a:extLst>
            <a:ext uri="{909E8E84-426E-40DD-AFC4-6F175D3DCCD1}">
              <a14:hiddenFill xmlns:a14="http://schemas.microsoft.com/office/drawing/2010/main">
                <a:solidFill>
                  <a:srgbClr val="FFFFFF"/>
                </a:solidFill>
              </a14:hiddenFill>
            </a:ext>
          </a:extLst>
        </p:spPr>
      </p:pic>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8865407" y="2197633"/>
            <a:ext cx="0" cy="3564620"/>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err="1"/>
              <a:t>ngspice</a:t>
            </a:r>
            <a:r>
              <a:rPr lang="en-US" altLang="ja-JP" sz="2000" b="1" dirty="0"/>
              <a:t> </a:t>
            </a:r>
            <a:r>
              <a:rPr lang="ja-JP" altLang="en-US" sz="2000" b="1" dirty="0"/>
              <a:t>の </a:t>
            </a:r>
            <a:r>
              <a:rPr lang="en-US" altLang="ja-JP" sz="2000" b="1" dirty="0"/>
              <a:t>pole-zero </a:t>
            </a:r>
            <a:r>
              <a:rPr lang="ja-JP" altLang="en-US" sz="2000" b="1" dirty="0"/>
              <a:t>解析（</a:t>
            </a:r>
            <a:r>
              <a:rPr lang="en-US" altLang="ja-JP" sz="2000" b="1" dirty="0" err="1"/>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適当に </a:t>
            </a:r>
            <a:r>
              <a:rPr lang="en-US" altLang="ja-JP" dirty="0"/>
              <a:t>1 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endParaRPr kumimoji="1" lang="ja-JP" altLang="en-US" dirty="0"/>
          </a:p>
        </p:txBody>
      </p:sp>
      <p:pic>
        <p:nvPicPr>
          <p:cNvPr id="4" name="Picture 8">
            <a:extLst>
              <a:ext uri="{FF2B5EF4-FFF2-40B4-BE49-F238E27FC236}">
                <a16:creationId xmlns:a16="http://schemas.microsoft.com/office/drawing/2014/main" id="{25A8F12F-0ADA-5AD2-F781-DCF026DFCB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7351" y="4588571"/>
            <a:ext cx="5627385" cy="2305176"/>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2段増幅+位相補償容量 利得曲線">
            <a:extLst>
              <a:ext uri="{FF2B5EF4-FFF2-40B4-BE49-F238E27FC236}">
                <a16:creationId xmlns:a16="http://schemas.microsoft.com/office/drawing/2014/main" id="{7DDA043A-0F3D-8736-CC72-364413B1C4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957" r="18367" b="4996"/>
          <a:stretch>
            <a:fillRect/>
          </a:stretch>
        </p:blipFill>
        <p:spPr bwMode="auto">
          <a:xfrm>
            <a:off x="7360371" y="172524"/>
            <a:ext cx="3218142" cy="2452227"/>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2段増幅+位相補償容量 位相曲線">
            <a:extLst>
              <a:ext uri="{FF2B5EF4-FFF2-40B4-BE49-F238E27FC236}">
                <a16:creationId xmlns:a16="http://schemas.microsoft.com/office/drawing/2014/main" id="{EA6EF262-8278-2B62-5FC9-2F669BCBC05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4944" r="19051"/>
          <a:stretch>
            <a:fillRect/>
          </a:stretch>
        </p:blipFill>
        <p:spPr bwMode="auto">
          <a:xfrm>
            <a:off x="7307515" y="2452227"/>
            <a:ext cx="3323854" cy="2671768"/>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E70D383B-017A-4912-0A0E-488B558A74E5}"/>
              </a:ext>
            </a:extLst>
          </p:cNvPr>
          <p:cNvCxnSpPr/>
          <p:nvPr/>
        </p:nvCxnSpPr>
        <p:spPr>
          <a:xfrm>
            <a:off x="9131043" y="1507436"/>
            <a:ext cx="0" cy="274273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err="1"/>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mc:Choice xmlns:a14="http://schemas.microsoft.com/office/drawing/2010/main"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09" y="2960716"/>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位相補償 + バイアスレプリカ (2stage_pc.sch)">
            <a:extLst>
              <a:ext uri="{FF2B5EF4-FFF2-40B4-BE49-F238E27FC236}">
                <a16:creationId xmlns:a16="http://schemas.microsoft.com/office/drawing/2014/main" id="{D19F6B51-CF8D-E2AB-9100-6FDB66975B1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922492" y="1420503"/>
            <a:ext cx="5536001" cy="39582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372319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OR1</a:t>
            </a:r>
            <a:r>
              <a:rPr lang="ja-JP" altLang="en-US" dirty="0">
                <a:solidFill>
                  <a:srgbClr val="FF0000"/>
                </a:solidFill>
              </a:rPr>
              <a:t>では</a:t>
            </a:r>
            <a:r>
              <a:rPr lang="en-US" altLang="ja-JP" dirty="0">
                <a:solidFill>
                  <a:srgbClr val="FF0000"/>
                </a:solidFill>
              </a:rPr>
              <a:t>Typical</a:t>
            </a:r>
            <a:r>
              <a:rPr lang="ja-JP" altLang="en-US" dirty="0">
                <a:solidFill>
                  <a:srgbClr val="FF0000"/>
                </a:solidFill>
              </a:rPr>
              <a:t>しかない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52.7 dB</a:t>
            </a:r>
          </a:p>
          <a:p>
            <a:pPr lvl="2"/>
            <a:r>
              <a:rPr lang="ja-JP" altLang="en-US" sz="1800"/>
              <a:t>もう少し、並行部が長いのがよさそう</a:t>
            </a:r>
            <a:endParaRPr lang="en-US" altLang="zh-CN" sz="1800"/>
          </a:p>
          <a:p>
            <a:pPr lvl="1"/>
            <a:r>
              <a:rPr lang="zh-CN" altLang="en-US" sz="1800"/>
              <a:t>単位利得周波数 </a:t>
            </a:r>
            <a:r>
              <a:rPr lang="en-US" altLang="zh-CN" sz="1800"/>
              <a:t>24.3 dB</a:t>
            </a:r>
          </a:p>
          <a:p>
            <a:pPr lvl="1"/>
            <a:r>
              <a:rPr lang="zh-CN" altLang="en-US" sz="1800"/>
              <a:t>位相余裕 </a:t>
            </a:r>
            <a:r>
              <a:rPr lang="en-US" altLang="zh-CN" sz="1800"/>
              <a:t>67</a:t>
            </a:r>
            <a:r>
              <a:rPr lang="zh-CN" altLang="en-US" sz="1800"/>
              <a:t>度</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8" name="Picture 8" descr="オペアンプ位相曲線">
            <a:extLst>
              <a:ext uri="{FF2B5EF4-FFF2-40B4-BE49-F238E27FC236}">
                <a16:creationId xmlns:a16="http://schemas.microsoft.com/office/drawing/2014/main" id="{F5A7DD7F-8DF5-86C9-6302-0AF36C92535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81707" y="873941"/>
            <a:ext cx="2064082" cy="1584183"/>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オペアンプ利得曲線">
            <a:extLst>
              <a:ext uri="{FF2B5EF4-FFF2-40B4-BE49-F238E27FC236}">
                <a16:creationId xmlns:a16="http://schemas.microsoft.com/office/drawing/2014/main" id="{E0056433-FD08-A87C-3C8E-DC2AE19589C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9076116" y="873940"/>
            <a:ext cx="2064082" cy="157902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オペアンプAC解析 (opamp_ac_temp.sch)">
            <a:extLst>
              <a:ext uri="{FF2B5EF4-FFF2-40B4-BE49-F238E27FC236}">
                <a16:creationId xmlns:a16="http://schemas.microsoft.com/office/drawing/2014/main" id="{F47BA4F1-F052-F90A-F29D-F356E6C68C15}"/>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6864864" y="4117539"/>
            <a:ext cx="4258492" cy="1948259"/>
          </a:xfrm>
          <a:prstGeom prst="rect">
            <a:avLst/>
          </a:prstGeom>
          <a:noFill/>
          <a:extLst>
            <a:ext uri="{909E8E84-426E-40DD-AFC4-6F175D3DCCD1}">
              <a14:hiddenFill xmlns:a14="http://schemas.microsoft.com/office/drawing/2010/main">
                <a:solidFill>
                  <a:srgbClr val="FFFFFF"/>
                </a:solidFill>
              </a14:hiddenFill>
            </a:ext>
          </a:extLst>
        </p:spPr>
      </p:pic>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4" name="Picture 10" descr="オペアンプのop">
            <a:extLst>
              <a:ext uri="{FF2B5EF4-FFF2-40B4-BE49-F238E27FC236}">
                <a16:creationId xmlns:a16="http://schemas.microsoft.com/office/drawing/2014/main" id="{1E80ECE5-6363-5C41-F8BD-314066CE593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72496" r="50000" b="6942"/>
          <a:stretch>
            <a:fillRect/>
          </a:stretch>
        </p:blipFill>
        <p:spPr bwMode="auto">
          <a:xfrm>
            <a:off x="7479787" y="2633116"/>
            <a:ext cx="3028646" cy="873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867100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a:p>
          <a:p>
            <a:pPr lvl="1"/>
            <a:r>
              <a:rPr lang="ja-JP" altLang="en-US" sz="1600"/>
              <a:t>スルーレートは </a:t>
            </a:r>
            <a:r>
              <a:rPr lang="en-US" altLang="ja-JP" sz="1600"/>
              <a:t>8.6V V/</a:t>
            </a:r>
            <a:r>
              <a:rPr lang="en-US" altLang="ja-JP" sz="1600" err="1"/>
              <a:t>μs</a:t>
            </a:r>
            <a:endParaRPr lang="en-US" altLang="ja-JP" sz="1600"/>
          </a:p>
          <a:p>
            <a:pPr lvl="1"/>
            <a:r>
              <a:rPr lang="en-US" altLang="ja-JP" sz="1600"/>
              <a:t>Rail-to-Rail</a:t>
            </a:r>
            <a:r>
              <a:rPr lang="ja-JP" altLang="en-US" sz="1600"/>
              <a:t>動作はでなかく、</a:t>
            </a:r>
            <a:r>
              <a:rPr lang="en-US" altLang="ja-JP" sz="1600"/>
              <a:t>4.0V</a:t>
            </a:r>
            <a:r>
              <a:rPr lang="ja-JP" altLang="en-US" sz="1600"/>
              <a:t>まで</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6" name="Picture 4" descr="位相補償 + バイアスレプリカ 過渡応答評価回路 過渡応答">
            <a:extLst>
              <a:ext uri="{FF2B5EF4-FFF2-40B4-BE49-F238E27FC236}">
                <a16:creationId xmlns:a16="http://schemas.microsoft.com/office/drawing/2014/main" id="{EFBE7CDA-F982-2123-489B-996E6D6E8A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5628" r="4" b="19746"/>
          <a:stretch>
            <a:fillRect/>
          </a:stretch>
        </p:blipFill>
        <p:spPr bwMode="auto">
          <a:xfrm>
            <a:off x="7083423" y="581892"/>
            <a:ext cx="4397433" cy="2518756"/>
          </a:xfrm>
          <a:prstGeom prst="rect">
            <a:avLst/>
          </a:prstGeom>
          <a:noFill/>
          <a:extLst>
            <a:ext uri="{909E8E84-426E-40DD-AFC4-6F175D3DCCD1}">
              <a14:hiddenFill xmlns:a14="http://schemas.microsoft.com/office/drawing/2010/main">
                <a:solidFill>
                  <a:srgbClr val="FFFFFF"/>
                </a:solidFill>
              </a14:hiddenFill>
            </a:ext>
          </a:extLst>
        </p:spPr>
      </p:pic>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位相補償 + バイアスレプリカ 過渡応答評価回路 (2stage_pc_tran.sch)">
            <a:extLst>
              <a:ext uri="{FF2B5EF4-FFF2-40B4-BE49-F238E27FC236}">
                <a16:creationId xmlns:a16="http://schemas.microsoft.com/office/drawing/2014/main" id="{6F3749A9-7935-C077-B90D-C037309FCC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832" b="-4"/>
          <a:stretch>
            <a:fillRect/>
          </a:stretch>
        </p:blipFill>
        <p:spPr bwMode="auto">
          <a:xfrm>
            <a:off x="7083423" y="3707894"/>
            <a:ext cx="439556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460572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000"/>
              <a:t>同相信号除去比 </a:t>
            </a:r>
            <a:r>
              <a:rPr lang="en-US" altLang="ja-JP" sz="2000"/>
              <a:t>CMRR (Common-Mode Rejection Ratio) </a:t>
            </a:r>
            <a:r>
              <a:rPr lang="ja-JP" altLang="en-US" sz="2000"/>
              <a:t>は差動利得と同相利得の比</a:t>
            </a:r>
            <a:endParaRPr lang="en-US" altLang="ja-JP" sz="2000"/>
          </a:p>
          <a:p>
            <a:pPr lvl="1"/>
            <a:r>
              <a:rPr lang="ja-JP" altLang="en-US" sz="1600"/>
              <a:t>オペアンプは入力端子間の差だけを増幅するのが理想なので，同相信号に対してはまったく反応しない </a:t>
            </a:r>
            <a:r>
              <a:rPr lang="en-US" altLang="ja-JP" sz="1600"/>
              <a:t>(</a:t>
            </a:r>
            <a:r>
              <a:rPr lang="ja-JP" altLang="en-US" sz="1600"/>
              <a:t>利得 </a:t>
            </a:r>
            <a:r>
              <a:rPr lang="en-US" altLang="ja-JP" sz="1600"/>
              <a:t>0</a:t>
            </a:r>
            <a:r>
              <a:rPr lang="ja-JP" altLang="en-US" sz="1600"/>
              <a:t>倍， −∞ </a:t>
            </a:r>
            <a:r>
              <a:rPr lang="en-US" altLang="ja-JP" sz="1600"/>
              <a:t>dB) </a:t>
            </a:r>
            <a:r>
              <a:rPr lang="ja-JP" altLang="en-US" sz="1600"/>
              <a:t>ことが理想</a:t>
            </a:r>
            <a:endParaRPr lang="en-US" altLang="ja-JP" sz="1600"/>
          </a:p>
          <a:p>
            <a:pPr lvl="1"/>
            <a:r>
              <a:rPr lang="en-US" altLang="ja-JP" sz="1600"/>
              <a:t>100dB</a:t>
            </a:r>
            <a:r>
              <a:rPr lang="ja-JP" altLang="en-US" sz="1600"/>
              <a:t>くらいなので、そんなに良くはない</a:t>
            </a:r>
            <a:endParaRPr lang="en-US" altLang="ja-JP" sz="1600"/>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6" name="Picture 2" descr="CMRR評価回路 (opamp_cmrr.sch)">
            <a:extLst>
              <a:ext uri="{FF2B5EF4-FFF2-40B4-BE49-F238E27FC236}">
                <a16:creationId xmlns:a16="http://schemas.microsoft.com/office/drawing/2014/main" id="{8FC6DBD2-3A64-78EE-8EB9-01848E95960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234371" y="581892"/>
            <a:ext cx="4095537" cy="2518756"/>
          </a:xfrm>
          <a:prstGeom prst="rect">
            <a:avLst/>
          </a:prstGeom>
          <a:noFill/>
          <a:extLst>
            <a:ext uri="{909E8E84-426E-40DD-AFC4-6F175D3DCCD1}">
              <a14:hiddenFill xmlns:a14="http://schemas.microsoft.com/office/drawing/2010/main">
                <a:solidFill>
                  <a:srgbClr val="FFFFFF"/>
                </a:solidFill>
              </a14:hiddenFill>
            </a:ext>
          </a:extLst>
        </p:spPr>
      </p:pic>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8" name="Picture 4" descr="CMRR評価結果">
            <a:extLst>
              <a:ext uri="{FF2B5EF4-FFF2-40B4-BE49-F238E27FC236}">
                <a16:creationId xmlns:a16="http://schemas.microsoft.com/office/drawing/2014/main" id="{9FFD252B-3554-D424-191A-EC1B9202490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40325" y="3707894"/>
            <a:ext cx="3281765"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986391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27806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-40</a:t>
            </a:r>
            <a:r>
              <a:rPr lang="ja-JP" altLang="en-US" sz="1600"/>
              <a:t>度の時の解析結果（赤丸内）</a:t>
            </a:r>
            <a:endParaRPr lang="en-US" altLang="ja-JP" sz="1600"/>
          </a:p>
          <a:p>
            <a:pPr lvl="1"/>
            <a:r>
              <a:rPr kumimoji="1" lang="ja-JP" altLang="en-US" sz="1600"/>
              <a:t>ずいぶんと訛ったゲイン特性となった</a:t>
            </a:r>
            <a:endParaRPr kumimoji="1" lang="en-US" altLang="ja-JP" sz="1600"/>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0" name="Picture 2" descr="オペアンプ温度AC解析 (opamp_ac_temp.sch)">
            <a:extLst>
              <a:ext uri="{FF2B5EF4-FFF2-40B4-BE49-F238E27FC236}">
                <a16:creationId xmlns:a16="http://schemas.microsoft.com/office/drawing/2014/main" id="{E08AC82D-4F2D-17A6-8048-9EDBC027888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80390"/>
            <a:ext cx="4397433" cy="2121760"/>
          </a:xfrm>
          <a:prstGeom prst="rect">
            <a:avLst/>
          </a:prstGeom>
          <a:noFill/>
          <a:extLst>
            <a:ext uri="{909E8E84-426E-40DD-AFC4-6F175D3DCCD1}">
              <a14:hiddenFill xmlns:a14="http://schemas.microsoft.com/office/drawing/2010/main">
                <a:solidFill>
                  <a:srgbClr val="FFFFFF"/>
                </a:solidFill>
              </a14:hiddenFill>
            </a:ext>
          </a:extLst>
        </p:spPr>
      </p:pic>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2" name="Picture 4" descr="オペアンプ温度利得曲線">
            <a:extLst>
              <a:ext uri="{FF2B5EF4-FFF2-40B4-BE49-F238E27FC236}">
                <a16:creationId xmlns:a16="http://schemas.microsoft.com/office/drawing/2014/main" id="{A2184E85-99FA-D22D-F701-D868AA92514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50944" y="3707894"/>
            <a:ext cx="3260526" cy="2518756"/>
          </a:xfrm>
          <a:prstGeom prst="rect">
            <a:avLst/>
          </a:prstGeom>
          <a:noFill/>
          <a:extLst>
            <a:ext uri="{909E8E84-426E-40DD-AFC4-6F175D3DCCD1}">
              <a14:hiddenFill xmlns:a14="http://schemas.microsoft.com/office/drawing/2010/main">
                <a:solidFill>
                  <a:srgbClr val="FFFFFF"/>
                </a:solidFill>
              </a14:hiddenFill>
            </a:ext>
          </a:extLst>
        </p:spPr>
      </p:pic>
      <p:sp>
        <p:nvSpPr>
          <p:cNvPr id="4" name="楕円 3">
            <a:extLst>
              <a:ext uri="{FF2B5EF4-FFF2-40B4-BE49-F238E27FC236}">
                <a16:creationId xmlns:a16="http://schemas.microsoft.com/office/drawing/2014/main" id="{CABD713C-2744-C66B-8E3A-6EB15D73A32C}"/>
              </a:ext>
            </a:extLst>
          </p:cNvPr>
          <p:cNvSpPr/>
          <p:nvPr/>
        </p:nvSpPr>
        <p:spPr>
          <a:xfrm>
            <a:off x="7078504" y="159381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21" name="Rectangle 13320">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589560" y="856180"/>
            <a:ext cx="5279408" cy="1128068"/>
          </a:xfrm>
        </p:spPr>
        <p:txBody>
          <a:bodyPr anchor="ctr">
            <a:normAutofit/>
          </a:bodyPr>
          <a:lstStyle/>
          <a:p>
            <a:r>
              <a:rPr lang="en-US" altLang="ja-JP" sz="3700"/>
              <a:t>schematic to place</a:t>
            </a:r>
            <a:br>
              <a:rPr lang="en-US" altLang="ja-JP" sz="3700"/>
            </a:br>
            <a:r>
              <a:rPr lang="ja-JP" altLang="en-US" sz="3700"/>
              <a:t>レイアウト</a:t>
            </a:r>
            <a:endParaRPr kumimoji="1" lang="ja-JP" altLang="en-US" sz="3700"/>
          </a:p>
        </p:txBody>
      </p:sp>
      <p:grpSp>
        <p:nvGrpSpPr>
          <p:cNvPr id="13323" name="Group 1332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324" name="Rectangle 1332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5" name="Rectangle 1332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27" name="Rectangle 1332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590718" y="2330505"/>
            <a:ext cx="6042785" cy="3979585"/>
          </a:xfrm>
        </p:spPr>
        <p:txBody>
          <a:bodyPr anchor="ctr">
            <a:normAutofit/>
          </a:bodyPr>
          <a:lstStyle/>
          <a:p>
            <a:r>
              <a:rPr lang="ja-JP" altLang="en-US" sz="2000"/>
              <a:t>回路図の見た目をそのままレイアウトにする方法</a:t>
            </a:r>
            <a:endParaRPr lang="en-US" altLang="ja-JP" sz="2000"/>
          </a:p>
          <a:p>
            <a:pPr lvl="1"/>
            <a:r>
              <a:rPr lang="ja-JP" altLang="en-US" sz="2000"/>
              <a:t>レイアウトテクニックとしては、フィンガーのみを使用</a:t>
            </a:r>
            <a:endParaRPr lang="en-US" altLang="ja-JP" sz="2000"/>
          </a:p>
          <a:p>
            <a:pPr lvl="2"/>
            <a:r>
              <a:rPr lang="ja-JP" altLang="en-US"/>
              <a:t>フィンガー解説</a:t>
            </a:r>
            <a:endParaRPr lang="en-US" altLang="ja-JP"/>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29" name="Rectangle 1332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1" name="Rectangle 1333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4" name="Picture 2" descr="集約したオペアンプ (opamp_cs_full.sch)">
            <a:extLst>
              <a:ext uri="{FF2B5EF4-FFF2-40B4-BE49-F238E27FC236}">
                <a16:creationId xmlns:a16="http://schemas.microsoft.com/office/drawing/2014/main" id="{93AE26A3-F2DA-D98E-0661-C61836354B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083423" y="1170661"/>
            <a:ext cx="4397433" cy="1341218"/>
          </a:xfrm>
          <a:prstGeom prst="rect">
            <a:avLst/>
          </a:prstGeom>
          <a:noFill/>
          <a:extLst>
            <a:ext uri="{909E8E84-426E-40DD-AFC4-6F175D3DCCD1}">
              <a14:hiddenFill xmlns:a14="http://schemas.microsoft.com/office/drawing/2010/main">
                <a:solidFill>
                  <a:srgbClr val="FFFFFF"/>
                </a:solidFill>
              </a14:hiddenFill>
            </a:ext>
          </a:extLst>
        </p:spPr>
      </p:pic>
      <p:sp>
        <p:nvSpPr>
          <p:cNvPr id="13333" name="Rectangle 1333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6" name="Picture 4" descr="オペアンプのschematic to placeレイアウト">
            <a:extLst>
              <a:ext uri="{FF2B5EF4-FFF2-40B4-BE49-F238E27FC236}">
                <a16:creationId xmlns:a16="http://schemas.microsoft.com/office/drawing/2014/main" id="{93631CE5-B390-E10B-6387-75A82E96E16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083423" y="3791458"/>
            <a:ext cx="4395569" cy="2351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3852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p:txBody>
      </p:sp>
      <p:pic>
        <p:nvPicPr>
          <p:cNvPr id="20482" name="Picture 2" descr="ダミーポリシリコンを追加した差動増幅段 回路図(diff_dp.sch)">
            <a:extLst>
              <a:ext uri="{FF2B5EF4-FFF2-40B4-BE49-F238E27FC236}">
                <a16:creationId xmlns:a16="http://schemas.microsoft.com/office/drawing/2014/main" id="{0102E76C-C8BB-5BCF-6111-594E55EBBC1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3047370"/>
            <a:ext cx="5150277" cy="2588014"/>
          </a:xfrm>
          <a:prstGeom prst="rect">
            <a:avLst/>
          </a:prstGeom>
          <a:noFill/>
          <a:extLst>
            <a:ext uri="{909E8E84-426E-40DD-AFC4-6F175D3DCCD1}">
              <a14:hiddenFill xmlns:a14="http://schemas.microsoft.com/office/drawing/2010/main">
                <a:solidFill>
                  <a:srgbClr val="FFFFFF"/>
                </a:solidFill>
              </a14:hiddenFill>
            </a:ext>
          </a:extLst>
        </p:spPr>
      </p:pic>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607625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5"/>
            <a:ext cx="6586915" cy="2437244"/>
          </a:xfrm>
        </p:spPr>
        <p:txBody>
          <a:bodyPr anchor="ctr">
            <a:normAutofit/>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kumimoji="1" lang="ja-JP" altLang="en-US"/>
          </a:p>
        </p:txBody>
      </p:sp>
    </p:spTree>
    <p:extLst>
      <p:ext uri="{BB962C8B-B14F-4D97-AF65-F5344CB8AC3E}">
        <p14:creationId xmlns:p14="http://schemas.microsoft.com/office/powerpoint/2010/main" val="131842216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a:t>ノイズ対策手法</a:t>
            </a:r>
            <a:endParaRPr lang="en-US" altLang="ja-JP" sz="2000"/>
          </a:p>
          <a:p>
            <a:pPr lvl="1"/>
            <a:r>
              <a:rPr lang="en-US" altLang="ja-JP" sz="2000"/>
              <a:t>VSS</a:t>
            </a:r>
            <a:r>
              <a:rPr lang="ja-JP" altLang="en-US" sz="2000"/>
              <a:t>に落とす</a:t>
            </a:r>
            <a:r>
              <a:rPr lang="en-US" altLang="ja-JP" sz="2000" err="1"/>
              <a:t>psubcont</a:t>
            </a:r>
            <a:r>
              <a:rPr lang="ja-JP" altLang="en-US" sz="2000"/>
              <a:t>で</a:t>
            </a:r>
            <a:r>
              <a:rPr lang="en-US" altLang="ja-JP" sz="2000"/>
              <a:t>FET</a:t>
            </a:r>
            <a:r>
              <a:rPr lang="ja-JP" altLang="en-US" sz="2000"/>
              <a:t>などを囲う</a:t>
            </a:r>
            <a:endParaRPr lang="en-US" altLang="ja-JP" sz="2000"/>
          </a:p>
          <a:p>
            <a:pPr lvl="2"/>
            <a:r>
              <a:rPr lang="en-US" altLang="ja-JP" err="1"/>
              <a:t>psubcont</a:t>
            </a:r>
            <a:r>
              <a:rPr lang="ja-JP" altLang="en-US"/>
              <a:t>は</a:t>
            </a:r>
            <a:r>
              <a:rPr lang="en-US" altLang="ja-JP"/>
              <a:t>VSS</a:t>
            </a:r>
            <a:r>
              <a:rPr lang="ja-JP" altLang="en-US"/>
              <a:t>へ接続すること</a:t>
            </a:r>
            <a:endParaRPr lang="en-US" altLang="ja-JP"/>
          </a:p>
          <a:p>
            <a:pPr lvl="2"/>
            <a:r>
              <a:rPr lang="ja-JP" altLang="en-US"/>
              <a:t>このため、</a:t>
            </a:r>
            <a:r>
              <a:rPr lang="en-US" altLang="ja-JP"/>
              <a:t>VDD/VSS</a:t>
            </a:r>
            <a:r>
              <a:rPr lang="ja-JP" altLang="en-US"/>
              <a:t>セルではメタル第一層を</a:t>
            </a:r>
            <a:r>
              <a:rPr lang="en-US" altLang="ja-JP"/>
              <a:t>VSS</a:t>
            </a:r>
            <a:r>
              <a:rPr lang="ja-JP" altLang="en-US"/>
              <a:t>にした</a:t>
            </a:r>
            <a:br>
              <a:rPr lang="ja-JP" altLang="en-US"/>
            </a:br>
            <a:endParaRPr kumimoji="1" lang="ja-JP" altLang="en-US"/>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意図しない</a:t>
            </a:r>
            <a:r>
              <a:rPr kumimoji="1" lang="en-US" altLang="ja-JP" sz="2000" kern="1200" dirty="0">
                <a:solidFill>
                  <a:schemeClr val="tx1"/>
                </a:solidFill>
                <a:latin typeface="+mn-lt"/>
                <a:ea typeface="+mn-ea"/>
                <a:cs typeface="+mn-cs"/>
              </a:rPr>
              <a:t>PNP/NPN</a:t>
            </a:r>
            <a:r>
              <a:rPr kumimoji="1" lang="ja-JP" altLang="en-US" sz="2000" kern="1200" dirty="0">
                <a:solidFill>
                  <a:schemeClr val="tx1"/>
                </a:solidFill>
                <a:latin typeface="+mn-lt"/>
                <a:ea typeface="+mn-ea"/>
                <a:cs typeface="+mn-cs"/>
              </a:rPr>
              <a:t>が形成され、サイリスタ動作となる現象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kumimoji="1" lang="ja-JP" altLang="en-US" sz="16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578" name="Picture 2" descr="ESD対策されたPad付きのフレーム">
            <a:extLst>
              <a:ext uri="{FF2B5EF4-FFF2-40B4-BE49-F238E27FC236}">
                <a16:creationId xmlns:a16="http://schemas.microsoft.com/office/drawing/2014/main" id="{D4C7EC8E-6767-795F-1AFB-40F7E1FA7E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858" r="1995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253063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err="1"/>
              <a:t>pMOS</a:t>
            </a:r>
            <a:r>
              <a:rPr lang="en-US" altLang="ja-JP" sz="1800" dirty="0"/>
              <a:t>(</a:t>
            </a:r>
            <a:r>
              <a:rPr lang="en-US" altLang="ja-JP" sz="1800" dirty="0" err="1"/>
              <a:t>pFET</a:t>
            </a:r>
            <a:r>
              <a:rPr lang="en-US" altLang="ja-JP" sz="1800" dirty="0"/>
              <a:t>), </a:t>
            </a:r>
            <a:r>
              <a:rPr lang="en-US" altLang="ja-JP" sz="1800" dirty="0" err="1"/>
              <a:t>nMOS</a:t>
            </a:r>
            <a:r>
              <a:rPr lang="en-US" altLang="ja-JP" sz="1800" dirty="0"/>
              <a:t>(</a:t>
            </a:r>
            <a:r>
              <a:rPr lang="en-US" altLang="ja-JP" sz="1800" dirty="0" err="1"/>
              <a:t>nFET</a:t>
            </a:r>
            <a:r>
              <a:rPr lang="en-US" altLang="ja-JP" sz="1800" dirty="0"/>
              <a: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949B13BE-5485-6FE2-EAE3-D9E108B28A78}"/>
              </a:ext>
            </a:extLst>
          </p:cNvPr>
          <p:cNvPicPr>
            <a:picLocks noChangeAspect="1"/>
          </p:cNvPicPr>
          <p:nvPr/>
        </p:nvPicPr>
        <p:blipFill>
          <a:blip r:embed="rId2"/>
          <a:stretch>
            <a:fillRect/>
          </a:stretch>
        </p:blipFill>
        <p:spPr>
          <a:xfrm>
            <a:off x="7945495" y="841905"/>
            <a:ext cx="2097046" cy="2317178"/>
          </a:xfrm>
          <a:prstGeom prst="rect">
            <a:avLst/>
          </a:prstGeom>
        </p:spPr>
      </p:pic>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BDCC4B4-C59B-9043-4145-10A64C049725}"/>
              </a:ext>
            </a:extLst>
          </p:cNvPr>
          <p:cNvPicPr>
            <a:picLocks noChangeAspect="1"/>
          </p:cNvPicPr>
          <p:nvPr/>
        </p:nvPicPr>
        <p:blipFill>
          <a:blip r:embed="rId3"/>
          <a:stretch>
            <a:fillRect/>
          </a:stretch>
        </p:blipFill>
        <p:spPr>
          <a:xfrm>
            <a:off x="6841066" y="3742713"/>
            <a:ext cx="4305905" cy="2239069"/>
          </a:xfrm>
          <a:prstGeom prst="rect">
            <a:avLst/>
          </a:prstGeom>
        </p:spPr>
      </p:pic>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67566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dirty="0" err="1"/>
              <a:t>PCell</a:t>
            </a:r>
            <a:r>
              <a:rPr lang="ja-JP" altLang="en-US" sz="1800" dirty="0"/>
              <a:t>や</a:t>
            </a:r>
            <a:r>
              <a:rPr lang="en-US" altLang="ja-JP" sz="1800" dirty="0" err="1"/>
              <a:t>StdCell</a:t>
            </a:r>
            <a:r>
              <a:rPr lang="ja-JP" altLang="en-US" sz="1800" dirty="0"/>
              <a:t>に分類されなかった特殊なセル</a:t>
            </a:r>
            <a:endParaRPr kumimoji="1" lang="ja-JP" altLang="en-US" sz="1800" dirty="0"/>
          </a:p>
        </p:txBody>
      </p:sp>
      <p:sp>
        <p:nvSpPr>
          <p:cNvPr id="38" name="Rectangle 3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CD67214-2994-6FDF-692E-5ED17E3633B8}"/>
              </a:ext>
            </a:extLst>
          </p:cNvPr>
          <p:cNvPicPr>
            <a:picLocks noChangeAspect="1"/>
          </p:cNvPicPr>
          <p:nvPr/>
        </p:nvPicPr>
        <p:blipFill>
          <a:blip r:embed="rId2"/>
          <a:stretch>
            <a:fillRect/>
          </a:stretch>
        </p:blipFill>
        <p:spPr>
          <a:xfrm>
            <a:off x="7173646" y="873941"/>
            <a:ext cx="1480204" cy="1986852"/>
          </a:xfrm>
          <a:prstGeom prst="rect">
            <a:avLst/>
          </a:prstGeom>
        </p:spPr>
      </p:pic>
      <p:pic>
        <p:nvPicPr>
          <p:cNvPr id="8" name="図 7">
            <a:extLst>
              <a:ext uri="{FF2B5EF4-FFF2-40B4-BE49-F238E27FC236}">
                <a16:creationId xmlns:a16="http://schemas.microsoft.com/office/drawing/2014/main" id="{A2444A9A-AB36-10D8-7DDE-D33387602B34}"/>
              </a:ext>
            </a:extLst>
          </p:cNvPr>
          <p:cNvPicPr>
            <a:picLocks noChangeAspect="1"/>
          </p:cNvPicPr>
          <p:nvPr/>
        </p:nvPicPr>
        <p:blipFill>
          <a:blip r:embed="rId3"/>
          <a:stretch>
            <a:fillRect/>
          </a:stretch>
        </p:blipFill>
        <p:spPr>
          <a:xfrm>
            <a:off x="9154270" y="873940"/>
            <a:ext cx="1907773" cy="1986852"/>
          </a:xfrm>
          <a:prstGeom prst="rect">
            <a:avLst/>
          </a:prstGeom>
        </p:spPr>
      </p:pic>
      <p:pic>
        <p:nvPicPr>
          <p:cNvPr id="7" name="図 6">
            <a:extLst>
              <a:ext uri="{FF2B5EF4-FFF2-40B4-BE49-F238E27FC236}">
                <a16:creationId xmlns:a16="http://schemas.microsoft.com/office/drawing/2014/main" id="{2016F21E-2418-1B0E-15D5-6373A6F10777}"/>
              </a:ext>
            </a:extLst>
          </p:cNvPr>
          <p:cNvPicPr>
            <a:picLocks noChangeAspect="1"/>
          </p:cNvPicPr>
          <p:nvPr/>
        </p:nvPicPr>
        <p:blipFill>
          <a:blip r:embed="rId4"/>
          <a:stretch>
            <a:fillRect/>
          </a:stretch>
        </p:blipFill>
        <p:spPr>
          <a:xfrm>
            <a:off x="6881706" y="2992610"/>
            <a:ext cx="4258492" cy="2097308"/>
          </a:xfrm>
          <a:prstGeom prst="rect">
            <a:avLst/>
          </a:prstGeom>
        </p:spPr>
      </p:pic>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615699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CB71F95-793F-9B15-CB5E-0A443945CD9B}"/>
              </a:ext>
            </a:extLst>
          </p:cNvPr>
          <p:cNvPicPr>
            <a:picLocks noChangeAspect="1"/>
          </p:cNvPicPr>
          <p:nvPr/>
        </p:nvPicPr>
        <p:blipFill>
          <a:blip r:embed="rId2"/>
          <a:stretch>
            <a:fillRect/>
          </a:stretch>
        </p:blipFill>
        <p:spPr>
          <a:xfrm>
            <a:off x="8385759" y="841905"/>
            <a:ext cx="1216518" cy="2317178"/>
          </a:xfrm>
          <a:prstGeom prst="rect">
            <a:avLst/>
          </a:prstGeom>
        </p:spPr>
      </p:pic>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E52D09FB-6B3E-A9D0-FE1A-3E24FDF8C6DD}"/>
              </a:ext>
            </a:extLst>
          </p:cNvPr>
          <p:cNvPicPr>
            <a:picLocks noChangeAspect="1"/>
          </p:cNvPicPr>
          <p:nvPr/>
        </p:nvPicPr>
        <p:blipFill>
          <a:blip r:embed="rId3"/>
          <a:stretch>
            <a:fillRect/>
          </a:stretch>
        </p:blipFill>
        <p:spPr>
          <a:xfrm>
            <a:off x="8142456" y="3703659"/>
            <a:ext cx="1703125" cy="2317178"/>
          </a:xfrm>
          <a:prstGeom prst="rect">
            <a:avLst/>
          </a:prstGeom>
        </p:spPr>
      </p:pic>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865364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877</TotalTime>
  <Words>5892</Words>
  <Application>Microsoft Office PowerPoint</Application>
  <PresentationFormat>ワイド画面</PresentationFormat>
  <Paragraphs>778</Paragraphs>
  <Slides>145</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145</vt:i4>
      </vt:variant>
    </vt:vector>
  </HeadingPairs>
  <TitlesOfParts>
    <vt:vector size="154"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OPAMP設計（OR1）</vt:lpstr>
      <vt:lpstr>もくじ： トランジスタ編 </vt:lpstr>
      <vt:lpstr>もくじ： 電流源編</vt:lpstr>
      <vt:lpstr>もくじ： OPAMP編</vt:lpstr>
      <vt:lpstr>もくじ： 性能評価編</vt:lpstr>
      <vt:lpstr>もくじ： レイアウト テクニック編</vt:lpstr>
      <vt:lpstr>OPAMPの構造</vt:lpstr>
      <vt:lpstr>OPAMPのサンプル</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nMOS</vt:lpstr>
      <vt:lpstr>nMOS   Id/Vds</vt:lpstr>
      <vt:lpstr>結果</vt:lpstr>
      <vt:lpstr>電流源編</vt:lpstr>
      <vt:lpstr>よくある2段差動増幅OPAMP</vt:lpstr>
      <vt:lpstr>Ibias(バイアス電流)</vt:lpstr>
      <vt:lpstr>Ibias(バイアス電流)</vt:lpstr>
      <vt:lpstr>基本電流源</vt:lpstr>
      <vt:lpstr>基本電流源</vt:lpstr>
      <vt:lpstr>出力結果</vt:lpstr>
      <vt:lpstr>Vth-referenced 自己バイアス電流源</vt:lpstr>
      <vt:lpstr>Vth-referenced 自己バイアス電流源</vt:lpstr>
      <vt:lpstr>出力結果</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電流源の使い方</vt:lpstr>
      <vt:lpstr>電流源の 使い方</vt:lpstr>
      <vt:lpstr>電流源の 使い方</vt:lpstr>
      <vt:lpstr>OPAMP編</vt:lpstr>
      <vt:lpstr>PowerPoint プレゼンテーション</vt:lpstr>
      <vt:lpstr>基本的な増幅回路</vt:lpstr>
      <vt:lpstr>注意事項</vt:lpstr>
      <vt:lpstr>ソース接地増幅回路</vt:lpstr>
      <vt:lpstr>差動増幅回路</vt:lpstr>
      <vt:lpstr>差動増幅回路</vt:lpstr>
      <vt:lpstr>差動増幅回路</vt:lpstr>
      <vt:lpstr>アクティブ負荷の役割</vt:lpstr>
      <vt:lpstr>差動ーシングルエンド変換</vt:lpstr>
      <vt:lpstr>アクティブ負荷の設計</vt:lpstr>
      <vt:lpstr>テール電流の役割</vt:lpstr>
      <vt:lpstr>テール電流の設計</vt:lpstr>
      <vt:lpstr>全体設計の例</vt:lpstr>
      <vt:lpstr>シミュレーション</vt:lpstr>
      <vt:lpstr>AC解析</vt:lpstr>
      <vt:lpstr>DC解析</vt:lpstr>
      <vt:lpstr>基板バイアス効果</vt:lpstr>
      <vt:lpstr>基板バイアス効果</vt:lpstr>
      <vt:lpstr>CMOSの 断面図</vt:lpstr>
      <vt:lpstr>ソース接地増幅回路</vt:lpstr>
      <vt:lpstr>ソース接地増幅回路</vt:lpstr>
      <vt:lpstr>システマティックオフセット</vt:lpstr>
      <vt:lpstr>システマティックオフセットの設計</vt:lpstr>
      <vt:lpstr>スルーレート</vt:lpstr>
      <vt:lpstr>スルーレートの評価</vt:lpstr>
      <vt:lpstr>負荷設計</vt:lpstr>
      <vt:lpstr>オーディオ用OPAMPとして利用する</vt:lpstr>
      <vt:lpstr>出力段（バッファ段）</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ESD</vt:lpstr>
      <vt:lpstr>ESD</vt:lpstr>
      <vt:lpstr>PDKのCellの使い方</vt:lpstr>
      <vt:lpstr>PCell</vt:lpstr>
      <vt:lpstr>Basic</vt:lpstr>
      <vt:lpstr>StdCell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2025-06-22T23:49:49Z</dcterms:modified>
</cp:coreProperties>
</file>